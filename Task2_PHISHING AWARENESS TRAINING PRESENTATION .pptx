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8"/>
  </p:notesMasterIdLst>
  <p:sldIdLst>
    <p:sldId id="256" r:id="rId2"/>
    <p:sldId id="257" r:id="rId3"/>
    <p:sldId id="260" r:id="rId4"/>
    <p:sldId id="262" r:id="rId5"/>
    <p:sldId id="263" r:id="rId6"/>
    <p:sldId id="264" r:id="rId7"/>
    <p:sldId id="265" r:id="rId8"/>
    <p:sldId id="267" r:id="rId9"/>
    <p:sldId id="268" r:id="rId10"/>
    <p:sldId id="270" r:id="rId11"/>
    <p:sldId id="273" r:id="rId12"/>
    <p:sldId id="276" r:id="rId13"/>
    <p:sldId id="278" r:id="rId14"/>
    <p:sldId id="279" r:id="rId15"/>
    <p:sldId id="280" r:id="rId16"/>
    <p:sldId id="283" r:id="rId17"/>
  </p:sldIdLst>
  <p:sldSz cx="9144000" cy="5143500" type="screen16x9"/>
  <p:notesSz cx="6858000" cy="9144000"/>
  <p:embeddedFontLst>
    <p:embeddedFont>
      <p:font typeface="Advent Pro" panose="020B0604020202020204" charset="0"/>
      <p:regular r:id="rId19"/>
      <p:bold r:id="rId20"/>
      <p:italic r:id="rId21"/>
      <p:boldItalic r:id="rId22"/>
    </p:embeddedFont>
    <p:embeddedFont>
      <p:font typeface="Alumni Sans Pinstripe" panose="020B0604020202020204" charset="0"/>
      <p:regular r:id="rId23"/>
      <p: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2CF6B31-6B7E-4ACD-8D5E-82462D1BEAF9}">
  <a:tblStyle styleId="{22CF6B31-6B7E-4ACD-8D5E-82462D1BEA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7" name="Google Shape;30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Google Shape;3156;g11bc263f5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7" name="Google Shape;3157;g11bc263f5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1" name="Google Shape;3301;g11bc263f502_0_1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2" name="Google Shape;3302;g11bc263f502_0_1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8" name="Google Shape;3588;g11bc263f502_0_2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9" name="Google Shape;3589;g11bc263f502_0_2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8" name="Google Shape;3598;g12937d05419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9" name="Google Shape;3599;g12937d05419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5" name="Google Shape;3605;g11bc263f502_0_2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6" name="Google Shape;3606;g11bc263f502_0_2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2" name="Google Shape;3672;g11bc263f502_0_2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3" name="Google Shape;3673;g11bc263f502_0_2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1" name="Google Shape;3821;g11bc263f502_0_2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2" name="Google Shape;3822;g11bc263f502_0_2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4" name="Google Shape;3874;g13ef048210c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5" name="Google Shape;3875;g13ef048210c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6" name="Google Shape;4006;g11bc263f502_0_2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7" name="Google Shape;4007;g11bc263f502_0_2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1" name="Google Shape;4151;g11bc263f502_0_2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2" name="Google Shape;4152;g11bc263f502_0_2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0" name="Google Shape;4340;g11bc263f502_0_2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1" name="Google Shape;4341;g11bc263f502_0_2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0" name="Google Shape;4450;g13ef048210c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1" name="Google Shape;4451;g13ef048210c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6" name="Google Shape;4466;g12937d05419_0_6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7" name="Google Shape;4467;g12937d05419_0_6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0" name="Google Shape;4480;g12937d05419_0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1" name="Google Shape;4481;g12937d05419_0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8" name="Google Shape;4678;g11bc263f502_0_2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9" name="Google Shape;4679;g11bc263f502_0_2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6414771" y="4540255"/>
            <a:ext cx="2227588" cy="726522"/>
            <a:chOff x="5608450" y="1680311"/>
            <a:chExt cx="1039375" cy="338989"/>
          </a:xfrm>
        </p:grpSpPr>
        <p:sp>
          <p:nvSpPr>
            <p:cNvPr id="10" name="Google Shape;10;p2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" name="Google Shape;46;p2"/>
          <p:cNvGrpSpPr/>
          <p:nvPr/>
        </p:nvGrpSpPr>
        <p:grpSpPr>
          <a:xfrm>
            <a:off x="146930" y="167266"/>
            <a:ext cx="2227589" cy="1527191"/>
            <a:chOff x="5519300" y="372750"/>
            <a:chExt cx="1039375" cy="712575"/>
          </a:xfrm>
        </p:grpSpPr>
        <p:sp>
          <p:nvSpPr>
            <p:cNvPr id="47" name="Google Shape;47;p2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3498074" y="-725725"/>
            <a:ext cx="1331400" cy="1331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818424" y="3693001"/>
            <a:ext cx="3129600" cy="3129600"/>
          </a:xfrm>
          <a:prstGeom prst="blockArc">
            <a:avLst>
              <a:gd name="adj1" fmla="val 10800000"/>
              <a:gd name="adj2" fmla="val 78601"/>
              <a:gd name="adj3" fmla="val 1628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"/>
          <p:cNvSpPr/>
          <p:nvPr/>
        </p:nvSpPr>
        <p:spPr>
          <a:xfrm rot="8403633">
            <a:off x="-1694052" y="-1802996"/>
            <a:ext cx="4684741" cy="4684741"/>
          </a:xfrm>
          <a:prstGeom prst="blockArc">
            <a:avLst>
              <a:gd name="adj1" fmla="val 10800000"/>
              <a:gd name="adj2" fmla="val 21552055"/>
              <a:gd name="adj3" fmla="val 1222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7" name="Google Shape;117;p2"/>
          <p:cNvGrpSpPr/>
          <p:nvPr/>
        </p:nvGrpSpPr>
        <p:grpSpPr>
          <a:xfrm>
            <a:off x="7721255" y="539314"/>
            <a:ext cx="709249" cy="339196"/>
            <a:chOff x="5265975" y="1869575"/>
            <a:chExt cx="269400" cy="128825"/>
          </a:xfrm>
        </p:grpSpPr>
        <p:cxnSp>
          <p:nvCxnSpPr>
            <p:cNvPr id="118" name="Google Shape;118;p2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2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2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2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2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3" name="Google Shape;123;p2"/>
          <p:cNvSpPr/>
          <p:nvPr/>
        </p:nvSpPr>
        <p:spPr>
          <a:xfrm>
            <a:off x="1925875" y="4140975"/>
            <a:ext cx="2168100" cy="21687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"/>
          <p:cNvSpPr/>
          <p:nvPr/>
        </p:nvSpPr>
        <p:spPr>
          <a:xfrm rot="-1855996">
            <a:off x="8430736" y="1382619"/>
            <a:ext cx="1934093" cy="1934093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"/>
          <p:cNvSpPr/>
          <p:nvPr/>
        </p:nvSpPr>
        <p:spPr>
          <a:xfrm>
            <a:off x="8581300" y="1240975"/>
            <a:ext cx="1278000" cy="1278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"/>
          <p:cNvSpPr txBox="1">
            <a:spLocks noGrp="1"/>
          </p:cNvSpPr>
          <p:nvPr>
            <p:ph type="ctrTitle"/>
          </p:nvPr>
        </p:nvSpPr>
        <p:spPr>
          <a:xfrm>
            <a:off x="3817063" y="1228288"/>
            <a:ext cx="4499400" cy="18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7" name="Google Shape;127;p2"/>
          <p:cNvSpPr txBox="1">
            <a:spLocks noGrp="1"/>
          </p:cNvSpPr>
          <p:nvPr>
            <p:ph type="subTitle" idx="1"/>
          </p:nvPr>
        </p:nvSpPr>
        <p:spPr>
          <a:xfrm>
            <a:off x="6343500" y="3052300"/>
            <a:ext cx="19728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5"/>
          <p:cNvSpPr txBox="1">
            <a:spLocks noGrp="1"/>
          </p:cNvSpPr>
          <p:nvPr>
            <p:ph type="title" idx="2"/>
          </p:nvPr>
        </p:nvSpPr>
        <p:spPr>
          <a:xfrm>
            <a:off x="1762697" y="2785700"/>
            <a:ext cx="2304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88" name="Google Shape;388;p5"/>
          <p:cNvSpPr txBox="1">
            <a:spLocks noGrp="1"/>
          </p:cNvSpPr>
          <p:nvPr>
            <p:ph type="subTitle" idx="1"/>
          </p:nvPr>
        </p:nvSpPr>
        <p:spPr>
          <a:xfrm>
            <a:off x="1764947" y="3215250"/>
            <a:ext cx="22998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5"/>
          <p:cNvSpPr txBox="1">
            <a:spLocks noGrp="1"/>
          </p:cNvSpPr>
          <p:nvPr>
            <p:ph type="title" idx="3"/>
          </p:nvPr>
        </p:nvSpPr>
        <p:spPr>
          <a:xfrm>
            <a:off x="5077003" y="2785700"/>
            <a:ext cx="2304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0" name="Google Shape;390;p5"/>
          <p:cNvSpPr txBox="1">
            <a:spLocks noGrp="1"/>
          </p:cNvSpPr>
          <p:nvPr>
            <p:ph type="subTitle" idx="4"/>
          </p:nvPr>
        </p:nvSpPr>
        <p:spPr>
          <a:xfrm>
            <a:off x="5079253" y="3215250"/>
            <a:ext cx="22998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91" name="Google Shape;391;p5"/>
          <p:cNvGrpSpPr/>
          <p:nvPr/>
        </p:nvGrpSpPr>
        <p:grpSpPr>
          <a:xfrm rot="5400000">
            <a:off x="-809808" y="679905"/>
            <a:ext cx="2227588" cy="726522"/>
            <a:chOff x="3799000" y="1820400"/>
            <a:chExt cx="1039375" cy="338989"/>
          </a:xfrm>
        </p:grpSpPr>
        <p:sp>
          <p:nvSpPr>
            <p:cNvPr id="392" name="Google Shape;392;p5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5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5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5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5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5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5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5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5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5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5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5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5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5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5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5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5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5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5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5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5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5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7" name="Google Shape;427;p5"/>
          <p:cNvGrpSpPr/>
          <p:nvPr/>
        </p:nvGrpSpPr>
        <p:grpSpPr>
          <a:xfrm>
            <a:off x="8402730" y="2587316"/>
            <a:ext cx="2227589" cy="1527191"/>
            <a:chOff x="5519300" y="372750"/>
            <a:chExt cx="1039375" cy="712575"/>
          </a:xfrm>
        </p:grpSpPr>
        <p:sp>
          <p:nvSpPr>
            <p:cNvPr id="428" name="Google Shape;428;p5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5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5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5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5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5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5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5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5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5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5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5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5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5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5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5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5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5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5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5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5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5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5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5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5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5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5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5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5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5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5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5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5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5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5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5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5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5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5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5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5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5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5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5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5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5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5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5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5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5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5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5" name="Google Shape;495;p5"/>
          <p:cNvSpPr/>
          <p:nvPr/>
        </p:nvSpPr>
        <p:spPr>
          <a:xfrm rot="-899876">
            <a:off x="8160183" y="3901748"/>
            <a:ext cx="2180581" cy="2180581"/>
          </a:xfrm>
          <a:prstGeom prst="blockArc">
            <a:avLst>
              <a:gd name="adj1" fmla="val 10010889"/>
              <a:gd name="adj2" fmla="val 18123158"/>
              <a:gd name="adj3" fmla="val 29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5"/>
          <p:cNvSpPr/>
          <p:nvPr/>
        </p:nvSpPr>
        <p:spPr>
          <a:xfrm>
            <a:off x="8167884" y="4291480"/>
            <a:ext cx="1658700" cy="1659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5"/>
          <p:cNvSpPr/>
          <p:nvPr/>
        </p:nvSpPr>
        <p:spPr>
          <a:xfrm flipH="1">
            <a:off x="-1514400" y="959725"/>
            <a:ext cx="2670600" cy="2670600"/>
          </a:xfrm>
          <a:prstGeom prst="blockArc">
            <a:avLst>
              <a:gd name="adj1" fmla="val 5318277"/>
              <a:gd name="adj2" fmla="val 17376266"/>
              <a:gd name="adj3" fmla="val 849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5"/>
          <p:cNvSpPr/>
          <p:nvPr/>
        </p:nvSpPr>
        <p:spPr>
          <a:xfrm flipH="1">
            <a:off x="-897702" y="1072501"/>
            <a:ext cx="1958400" cy="1959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9" name="Google Shape;49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49074" y="3095000"/>
            <a:ext cx="1096325" cy="786076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5"/>
          <p:cNvSpPr/>
          <p:nvPr/>
        </p:nvSpPr>
        <p:spPr>
          <a:xfrm rot="-3508339">
            <a:off x="7349568" y="-1357485"/>
            <a:ext cx="2906424" cy="2906424"/>
          </a:xfrm>
          <a:prstGeom prst="blockArc">
            <a:avLst>
              <a:gd name="adj1" fmla="val 5318277"/>
              <a:gd name="adj2" fmla="val 17556576"/>
              <a:gd name="adj3" fmla="val 1575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503" name="Google Shape;503;p6"/>
          <p:cNvGrpSpPr/>
          <p:nvPr/>
        </p:nvGrpSpPr>
        <p:grpSpPr>
          <a:xfrm>
            <a:off x="8719456" y="513232"/>
            <a:ext cx="326167" cy="2227568"/>
            <a:chOff x="8577956" y="1596694"/>
            <a:chExt cx="326167" cy="2227568"/>
          </a:xfrm>
        </p:grpSpPr>
        <p:sp>
          <p:nvSpPr>
            <p:cNvPr id="504" name="Google Shape;504;p6"/>
            <p:cNvSpPr/>
            <p:nvPr/>
          </p:nvSpPr>
          <p:spPr>
            <a:xfrm rot="5400000">
              <a:off x="8778124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6"/>
            <p:cNvSpPr/>
            <p:nvPr/>
          </p:nvSpPr>
          <p:spPr>
            <a:xfrm rot="5400000">
              <a:off x="8577956" y="369826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6"/>
            <p:cNvSpPr/>
            <p:nvPr/>
          </p:nvSpPr>
          <p:spPr>
            <a:xfrm rot="5400000">
              <a:off x="8778124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6"/>
            <p:cNvSpPr/>
            <p:nvPr/>
          </p:nvSpPr>
          <p:spPr>
            <a:xfrm rot="5400000">
              <a:off x="8577956" y="331615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6"/>
            <p:cNvSpPr/>
            <p:nvPr/>
          </p:nvSpPr>
          <p:spPr>
            <a:xfrm rot="5400000">
              <a:off x="8778124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6"/>
            <p:cNvSpPr/>
            <p:nvPr/>
          </p:nvSpPr>
          <p:spPr>
            <a:xfrm rot="5400000">
              <a:off x="8577956" y="293405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6"/>
            <p:cNvSpPr/>
            <p:nvPr/>
          </p:nvSpPr>
          <p:spPr>
            <a:xfrm rot="5400000">
              <a:off x="8778124" y="312510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6"/>
            <p:cNvSpPr/>
            <p:nvPr/>
          </p:nvSpPr>
          <p:spPr>
            <a:xfrm rot="5400000">
              <a:off x="8778124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6"/>
            <p:cNvSpPr/>
            <p:nvPr/>
          </p:nvSpPr>
          <p:spPr>
            <a:xfrm rot="5400000">
              <a:off x="8577956" y="274300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6"/>
            <p:cNvSpPr/>
            <p:nvPr/>
          </p:nvSpPr>
          <p:spPr>
            <a:xfrm rot="5400000">
              <a:off x="8778124" y="255195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6"/>
            <p:cNvSpPr/>
            <p:nvPr/>
          </p:nvSpPr>
          <p:spPr>
            <a:xfrm rot="5400000">
              <a:off x="8778124" y="216984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6"/>
            <p:cNvSpPr/>
            <p:nvPr/>
          </p:nvSpPr>
          <p:spPr>
            <a:xfrm rot="5400000">
              <a:off x="8577956" y="178774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6"/>
            <p:cNvSpPr/>
            <p:nvPr/>
          </p:nvSpPr>
          <p:spPr>
            <a:xfrm rot="5400000">
              <a:off x="8778124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6"/>
            <p:cNvSpPr/>
            <p:nvPr/>
          </p:nvSpPr>
          <p:spPr>
            <a:xfrm rot="5400000">
              <a:off x="8577956" y="19787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6"/>
            <p:cNvSpPr/>
            <p:nvPr/>
          </p:nvSpPr>
          <p:spPr>
            <a:xfrm rot="5400000">
              <a:off x="8778124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6"/>
            <p:cNvSpPr/>
            <p:nvPr/>
          </p:nvSpPr>
          <p:spPr>
            <a:xfrm rot="5400000">
              <a:off x="8577956" y="1596694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0" name="Google Shape;520;p6"/>
          <p:cNvGrpSpPr/>
          <p:nvPr/>
        </p:nvGrpSpPr>
        <p:grpSpPr>
          <a:xfrm rot="-5400000">
            <a:off x="-996100" y="4015385"/>
            <a:ext cx="2227588" cy="726522"/>
            <a:chOff x="3620725" y="372750"/>
            <a:chExt cx="1039375" cy="338989"/>
          </a:xfrm>
        </p:grpSpPr>
        <p:sp>
          <p:nvSpPr>
            <p:cNvPr id="521" name="Google Shape;521;p6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6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6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6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6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6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6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6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6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6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6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6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6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6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6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6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6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6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6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6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6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6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6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6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6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8" name="Google Shape;558;p6"/>
          <p:cNvSpPr/>
          <p:nvPr/>
        </p:nvSpPr>
        <p:spPr>
          <a:xfrm rot="1856158" flipH="1">
            <a:off x="-1167632" y="617942"/>
            <a:ext cx="1697013" cy="1697013"/>
          </a:xfrm>
          <a:prstGeom prst="blockArc">
            <a:avLst>
              <a:gd name="adj1" fmla="val 5958233"/>
              <a:gd name="adj2" fmla="val 17549793"/>
              <a:gd name="adj3" fmla="val 2103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6"/>
          <p:cNvSpPr/>
          <p:nvPr/>
        </p:nvSpPr>
        <p:spPr>
          <a:xfrm>
            <a:off x="-456125" y="958975"/>
            <a:ext cx="960900" cy="960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6"/>
          <p:cNvSpPr/>
          <p:nvPr/>
        </p:nvSpPr>
        <p:spPr>
          <a:xfrm rot="-5400000" flipH="1">
            <a:off x="5404994" y="4756332"/>
            <a:ext cx="1172100" cy="1172100"/>
          </a:xfrm>
          <a:prstGeom prst="blockArc">
            <a:avLst>
              <a:gd name="adj1" fmla="val 4205957"/>
              <a:gd name="adj2" fmla="val 17987083"/>
              <a:gd name="adj3" fmla="val 3023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6"/>
          <p:cNvSpPr/>
          <p:nvPr/>
        </p:nvSpPr>
        <p:spPr>
          <a:xfrm>
            <a:off x="5451975" y="4826875"/>
            <a:ext cx="837300" cy="83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"/>
          <p:cNvSpPr txBox="1">
            <a:spLocks noGrp="1"/>
          </p:cNvSpPr>
          <p:nvPr>
            <p:ph type="title"/>
          </p:nvPr>
        </p:nvSpPr>
        <p:spPr>
          <a:xfrm>
            <a:off x="1121150" y="1116775"/>
            <a:ext cx="38079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64" name="Google Shape;564;p7"/>
          <p:cNvSpPr txBox="1">
            <a:spLocks noGrp="1"/>
          </p:cNvSpPr>
          <p:nvPr>
            <p:ph type="body" idx="1"/>
          </p:nvPr>
        </p:nvSpPr>
        <p:spPr>
          <a:xfrm>
            <a:off x="1121150" y="1923119"/>
            <a:ext cx="38079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Font typeface="Open Sans Medium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 Medium"/>
              <a:buChar char="■"/>
              <a:defRPr/>
            </a:lvl9pPr>
          </a:lstStyle>
          <a:p>
            <a:endParaRPr/>
          </a:p>
        </p:txBody>
      </p:sp>
      <p:sp>
        <p:nvSpPr>
          <p:cNvPr id="565" name="Google Shape;565;p7"/>
          <p:cNvSpPr/>
          <p:nvPr/>
        </p:nvSpPr>
        <p:spPr>
          <a:xfrm rot="-8909883">
            <a:off x="7380555" y="-922593"/>
            <a:ext cx="2453841" cy="2453841"/>
          </a:xfrm>
          <a:prstGeom prst="blockArc">
            <a:avLst>
              <a:gd name="adj1" fmla="val 10800000"/>
              <a:gd name="adj2" fmla="val 567723"/>
              <a:gd name="adj3" fmla="val 11413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7"/>
          <p:cNvSpPr/>
          <p:nvPr/>
        </p:nvSpPr>
        <p:spPr>
          <a:xfrm>
            <a:off x="7130050" y="-541850"/>
            <a:ext cx="1759500" cy="1759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 flipH="1">
            <a:off x="6696355" y="334491"/>
            <a:ext cx="2227589" cy="1527191"/>
            <a:chOff x="5519300" y="372750"/>
            <a:chExt cx="1039375" cy="712575"/>
          </a:xfrm>
        </p:grpSpPr>
        <p:sp>
          <p:nvSpPr>
            <p:cNvPr id="568" name="Google Shape;568;p7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7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7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7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7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7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7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7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7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7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7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7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7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7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7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7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7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7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7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7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" name="Google Shape;635;p7"/>
          <p:cNvGrpSpPr/>
          <p:nvPr/>
        </p:nvGrpSpPr>
        <p:grpSpPr>
          <a:xfrm>
            <a:off x="107678" y="-187590"/>
            <a:ext cx="2227589" cy="726958"/>
            <a:chOff x="6972150" y="711750"/>
            <a:chExt cx="1039375" cy="339193"/>
          </a:xfrm>
        </p:grpSpPr>
        <p:sp>
          <p:nvSpPr>
            <p:cNvPr id="636" name="Google Shape;636;p7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7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7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7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7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7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7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7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7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7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8" name="Google Shape;668;p7"/>
          <p:cNvSpPr/>
          <p:nvPr/>
        </p:nvSpPr>
        <p:spPr>
          <a:xfrm>
            <a:off x="-624140" y="-419150"/>
            <a:ext cx="1527000" cy="152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7"/>
          <p:cNvSpPr/>
          <p:nvPr/>
        </p:nvSpPr>
        <p:spPr>
          <a:xfrm rot="372611">
            <a:off x="5475589" y="4165080"/>
            <a:ext cx="2204738" cy="2204738"/>
          </a:xfrm>
          <a:prstGeom prst="blockArc">
            <a:avLst>
              <a:gd name="adj1" fmla="val 9398892"/>
              <a:gd name="adj2" fmla="val 534609"/>
              <a:gd name="adj3" fmla="val 1967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0" name="Google Shape;670;p7"/>
          <p:cNvGrpSpPr/>
          <p:nvPr/>
        </p:nvGrpSpPr>
        <p:grpSpPr>
          <a:xfrm>
            <a:off x="5832004" y="3999491"/>
            <a:ext cx="2227588" cy="726522"/>
            <a:chOff x="3620725" y="372750"/>
            <a:chExt cx="1039375" cy="338989"/>
          </a:xfrm>
        </p:grpSpPr>
        <p:sp>
          <p:nvSpPr>
            <p:cNvPr id="671" name="Google Shape;671;p7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9"/>
          <p:cNvSpPr txBox="1">
            <a:spLocks noGrp="1"/>
          </p:cNvSpPr>
          <p:nvPr>
            <p:ph type="title"/>
          </p:nvPr>
        </p:nvSpPr>
        <p:spPr>
          <a:xfrm>
            <a:off x="2029075" y="2490350"/>
            <a:ext cx="50859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84" name="Google Shape;784;p9"/>
          <p:cNvSpPr txBox="1">
            <a:spLocks noGrp="1"/>
          </p:cNvSpPr>
          <p:nvPr>
            <p:ph type="subTitle" idx="1"/>
          </p:nvPr>
        </p:nvSpPr>
        <p:spPr>
          <a:xfrm>
            <a:off x="2029075" y="3269253"/>
            <a:ext cx="5085900" cy="12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85" name="Google Shape;785;p9"/>
          <p:cNvSpPr/>
          <p:nvPr/>
        </p:nvSpPr>
        <p:spPr>
          <a:xfrm rot="-4819752">
            <a:off x="8205757" y="1265550"/>
            <a:ext cx="1585836" cy="1585836"/>
          </a:xfrm>
          <a:prstGeom prst="blockArc">
            <a:avLst>
              <a:gd name="adj1" fmla="val 5958233"/>
              <a:gd name="adj2" fmla="val 2559931"/>
              <a:gd name="adj3" fmla="val 22508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9"/>
          <p:cNvSpPr/>
          <p:nvPr/>
        </p:nvSpPr>
        <p:spPr>
          <a:xfrm rot="-7433688">
            <a:off x="-962871" y="-1484464"/>
            <a:ext cx="3935124" cy="3935124"/>
          </a:xfrm>
          <a:prstGeom prst="blockArc">
            <a:avLst>
              <a:gd name="adj1" fmla="val 5958233"/>
              <a:gd name="adj2" fmla="val 20136020"/>
              <a:gd name="adj3" fmla="val 168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9"/>
          <p:cNvSpPr/>
          <p:nvPr/>
        </p:nvSpPr>
        <p:spPr>
          <a:xfrm rot="-6824316">
            <a:off x="5408227" y="4758274"/>
            <a:ext cx="1270604" cy="1271153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4"/>
          <p:cNvSpPr txBox="1">
            <a:spLocks noGrp="1"/>
          </p:cNvSpPr>
          <p:nvPr>
            <p:ph type="title"/>
          </p:nvPr>
        </p:nvSpPr>
        <p:spPr>
          <a:xfrm>
            <a:off x="1000772" y="2773363"/>
            <a:ext cx="35676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76" name="Google Shape;1076;p14"/>
          <p:cNvSpPr txBox="1">
            <a:spLocks noGrp="1"/>
          </p:cNvSpPr>
          <p:nvPr>
            <p:ph type="title" idx="2" hasCustomPrompt="1"/>
          </p:nvPr>
        </p:nvSpPr>
        <p:spPr>
          <a:xfrm>
            <a:off x="2160366" y="1306338"/>
            <a:ext cx="12483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77" name="Google Shape;1077;p14"/>
          <p:cNvSpPr txBox="1">
            <a:spLocks noGrp="1"/>
          </p:cNvSpPr>
          <p:nvPr>
            <p:ph type="subTitle" idx="1"/>
          </p:nvPr>
        </p:nvSpPr>
        <p:spPr>
          <a:xfrm>
            <a:off x="1410216" y="3586944"/>
            <a:ext cx="2748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8" name="Google Shape;1078;p14"/>
          <p:cNvSpPr/>
          <p:nvPr/>
        </p:nvSpPr>
        <p:spPr>
          <a:xfrm>
            <a:off x="4902603" y="-760147"/>
            <a:ext cx="1602300" cy="1602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14"/>
          <p:cNvSpPr/>
          <p:nvPr/>
        </p:nvSpPr>
        <p:spPr>
          <a:xfrm flipH="1">
            <a:off x="-720049" y="-504550"/>
            <a:ext cx="1970400" cy="1970400"/>
          </a:xfrm>
          <a:prstGeom prst="blockArc">
            <a:avLst>
              <a:gd name="adj1" fmla="val 3139239"/>
              <a:gd name="adj2" fmla="val 14630311"/>
              <a:gd name="adj3" fmla="val 2349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14"/>
          <p:cNvSpPr/>
          <p:nvPr/>
        </p:nvSpPr>
        <p:spPr>
          <a:xfrm>
            <a:off x="-944548" y="147875"/>
            <a:ext cx="1843800" cy="1843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1" name="Google Shape;1081;p14"/>
          <p:cNvGrpSpPr/>
          <p:nvPr/>
        </p:nvGrpSpPr>
        <p:grpSpPr>
          <a:xfrm rot="10800000" flipH="1">
            <a:off x="51449" y="2982274"/>
            <a:ext cx="526334" cy="2227568"/>
            <a:chOff x="9663874" y="1645892"/>
            <a:chExt cx="526334" cy="2227568"/>
          </a:xfrm>
        </p:grpSpPr>
        <p:sp>
          <p:nvSpPr>
            <p:cNvPr id="1082" name="Google Shape;1082;p14"/>
            <p:cNvSpPr/>
            <p:nvPr/>
          </p:nvSpPr>
          <p:spPr>
            <a:xfrm rot="5400000">
              <a:off x="10064208" y="355640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 rot="5400000">
              <a:off x="9864041" y="374746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 rot="5400000">
              <a:off x="9663874" y="374746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 rot="5400000">
              <a:off x="9864041" y="336535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 rot="5400000">
              <a:off x="9663874" y="336535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 rot="5400000">
              <a:off x="9864041" y="298325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 rot="5400000">
              <a:off x="9663874" y="298325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 rot="5400000">
              <a:off x="9864041" y="317430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 rot="5400000">
              <a:off x="9864041" y="279220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 rot="5400000">
              <a:off x="9663874" y="279220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 rot="5400000">
              <a:off x="10064208" y="2410098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 rot="5400000">
              <a:off x="10064208" y="260115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 rot="5400000">
              <a:off x="9864041" y="2601150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 rot="5400000">
              <a:off x="10064208" y="221904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 rot="5400000">
              <a:off x="9864041" y="2219047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 rot="5400000">
              <a:off x="10064208" y="183694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 rot="5400000">
              <a:off x="9663874" y="1836943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 rot="5400000">
              <a:off x="10064208" y="202799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 rot="5400000">
              <a:off x="9864041" y="202799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 rot="5400000">
              <a:off x="9663874" y="202799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 rot="5400000">
              <a:off x="10064208" y="164589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4"/>
            <p:cNvSpPr/>
            <p:nvPr/>
          </p:nvSpPr>
          <p:spPr>
            <a:xfrm rot="5400000">
              <a:off x="9864041" y="164589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4"/>
            <p:cNvSpPr/>
            <p:nvPr/>
          </p:nvSpPr>
          <p:spPr>
            <a:xfrm rot="5400000">
              <a:off x="9663874" y="1645892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5" name="Google Shape;1105;p14"/>
          <p:cNvSpPr/>
          <p:nvPr/>
        </p:nvSpPr>
        <p:spPr>
          <a:xfrm>
            <a:off x="5854026" y="386019"/>
            <a:ext cx="5011500" cy="5011500"/>
          </a:xfrm>
          <a:prstGeom prst="blockArc">
            <a:avLst>
              <a:gd name="adj1" fmla="val 3870717"/>
              <a:gd name="adj2" fmla="val 17792570"/>
              <a:gd name="adj3" fmla="val 6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14"/>
          <p:cNvSpPr/>
          <p:nvPr/>
        </p:nvSpPr>
        <p:spPr>
          <a:xfrm>
            <a:off x="5889126" y="254025"/>
            <a:ext cx="4348500" cy="4350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5"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15"/>
          <p:cNvSpPr txBox="1">
            <a:spLocks noGrp="1"/>
          </p:cNvSpPr>
          <p:nvPr>
            <p:ph type="title"/>
          </p:nvPr>
        </p:nvSpPr>
        <p:spPr>
          <a:xfrm>
            <a:off x="713425" y="2785350"/>
            <a:ext cx="55323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109" name="Google Shape;1109;p15"/>
          <p:cNvSpPr txBox="1">
            <a:spLocks noGrp="1"/>
          </p:cNvSpPr>
          <p:nvPr>
            <p:ph type="subTitle" idx="1"/>
          </p:nvPr>
        </p:nvSpPr>
        <p:spPr>
          <a:xfrm>
            <a:off x="713400" y="1220875"/>
            <a:ext cx="5532300" cy="156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10" name="Google Shape;1110;p15"/>
          <p:cNvGrpSpPr/>
          <p:nvPr/>
        </p:nvGrpSpPr>
        <p:grpSpPr>
          <a:xfrm>
            <a:off x="6790803" y="4327010"/>
            <a:ext cx="2227589" cy="726958"/>
            <a:chOff x="6972150" y="711750"/>
            <a:chExt cx="1039375" cy="339193"/>
          </a:xfrm>
        </p:grpSpPr>
        <p:sp>
          <p:nvSpPr>
            <p:cNvPr id="1111" name="Google Shape;1111;p15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5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5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5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5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5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5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5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5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5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5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5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5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5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5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5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5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5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5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5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5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5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5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5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5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5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5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5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5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5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5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5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3" name="Google Shape;1143;p15"/>
          <p:cNvGrpSpPr/>
          <p:nvPr/>
        </p:nvGrpSpPr>
        <p:grpSpPr>
          <a:xfrm flipH="1">
            <a:off x="7179080" y="606666"/>
            <a:ext cx="2227589" cy="1527191"/>
            <a:chOff x="5519300" y="372750"/>
            <a:chExt cx="1039375" cy="712575"/>
          </a:xfrm>
        </p:grpSpPr>
        <p:sp>
          <p:nvSpPr>
            <p:cNvPr id="1144" name="Google Shape;1144;p15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5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5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5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5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5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5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5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5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5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5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5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5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5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5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5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5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15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15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5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5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1" name="Google Shape;1211;p15"/>
          <p:cNvSpPr/>
          <p:nvPr/>
        </p:nvSpPr>
        <p:spPr>
          <a:xfrm flipH="1">
            <a:off x="-844101" y="4093890"/>
            <a:ext cx="1916700" cy="1916700"/>
          </a:xfrm>
          <a:prstGeom prst="blockArc">
            <a:avLst>
              <a:gd name="adj1" fmla="val 7189467"/>
              <a:gd name="adj2" fmla="val 18520015"/>
              <a:gd name="adj3" fmla="val 23038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9"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1214" name="Google Shape;1214;p16"/>
          <p:cNvGrpSpPr/>
          <p:nvPr/>
        </p:nvGrpSpPr>
        <p:grpSpPr>
          <a:xfrm rot="-5400000" flipH="1">
            <a:off x="7821325" y="679905"/>
            <a:ext cx="2227588" cy="726522"/>
            <a:chOff x="3799000" y="1820400"/>
            <a:chExt cx="1039375" cy="338989"/>
          </a:xfrm>
        </p:grpSpPr>
        <p:sp>
          <p:nvSpPr>
            <p:cNvPr id="1215" name="Google Shape;1215;p16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0" name="Google Shape;1250;p16"/>
          <p:cNvGrpSpPr/>
          <p:nvPr/>
        </p:nvGrpSpPr>
        <p:grpSpPr>
          <a:xfrm flipH="1">
            <a:off x="-1654513" y="2869728"/>
            <a:ext cx="2227589" cy="1527191"/>
            <a:chOff x="5519300" y="372750"/>
            <a:chExt cx="1039375" cy="712575"/>
          </a:xfrm>
        </p:grpSpPr>
        <p:sp>
          <p:nvSpPr>
            <p:cNvPr id="1251" name="Google Shape;1251;p16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6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6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6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6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6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6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6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6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6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6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6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6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6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6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6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6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6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8" name="Google Shape;1318;p16"/>
          <p:cNvSpPr/>
          <p:nvPr/>
        </p:nvSpPr>
        <p:spPr>
          <a:xfrm rot="899876" flipH="1">
            <a:off x="-1364959" y="4184160"/>
            <a:ext cx="2180581" cy="2180581"/>
          </a:xfrm>
          <a:prstGeom prst="blockArc">
            <a:avLst>
              <a:gd name="adj1" fmla="val 10010889"/>
              <a:gd name="adj2" fmla="val 18123158"/>
              <a:gd name="adj3" fmla="val 2994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9" name="Google Shape;1319;p16"/>
          <p:cNvSpPr/>
          <p:nvPr/>
        </p:nvSpPr>
        <p:spPr>
          <a:xfrm flipH="1">
            <a:off x="-850779" y="4573892"/>
            <a:ext cx="1658700" cy="1659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0" name="Google Shape;1320;p16"/>
          <p:cNvSpPr/>
          <p:nvPr/>
        </p:nvSpPr>
        <p:spPr>
          <a:xfrm>
            <a:off x="8681330" y="1443900"/>
            <a:ext cx="2670600" cy="2670600"/>
          </a:xfrm>
          <a:prstGeom prst="blockArc">
            <a:avLst>
              <a:gd name="adj1" fmla="val 5318277"/>
              <a:gd name="adj2" fmla="val 17376266"/>
              <a:gd name="adj3" fmla="val 849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16"/>
          <p:cNvSpPr/>
          <p:nvPr/>
        </p:nvSpPr>
        <p:spPr>
          <a:xfrm>
            <a:off x="8776832" y="1556676"/>
            <a:ext cx="1958400" cy="19590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16"/>
          <p:cNvSpPr/>
          <p:nvPr/>
        </p:nvSpPr>
        <p:spPr>
          <a:xfrm rot="3508339" flipH="1">
            <a:off x="-1727887" y="-2075610"/>
            <a:ext cx="2906424" cy="2906424"/>
          </a:xfrm>
          <a:prstGeom prst="blockArc">
            <a:avLst>
              <a:gd name="adj1" fmla="val 5318277"/>
              <a:gd name="adj2" fmla="val 17556576"/>
              <a:gd name="adj3" fmla="val 1575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"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9"/>
          <p:cNvSpPr txBox="1">
            <a:spLocks noGrp="1"/>
          </p:cNvSpPr>
          <p:nvPr>
            <p:ph type="subTitle" idx="1"/>
          </p:nvPr>
        </p:nvSpPr>
        <p:spPr>
          <a:xfrm>
            <a:off x="1261600" y="3442625"/>
            <a:ext cx="3045600" cy="8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5" name="Google Shape;1475;p19"/>
          <p:cNvSpPr txBox="1">
            <a:spLocks noGrp="1"/>
          </p:cNvSpPr>
          <p:nvPr>
            <p:ph type="title"/>
          </p:nvPr>
        </p:nvSpPr>
        <p:spPr>
          <a:xfrm>
            <a:off x="1261600" y="2754425"/>
            <a:ext cx="3045600" cy="7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grpSp>
        <p:nvGrpSpPr>
          <p:cNvPr id="1476" name="Google Shape;1476;p19"/>
          <p:cNvGrpSpPr/>
          <p:nvPr/>
        </p:nvGrpSpPr>
        <p:grpSpPr>
          <a:xfrm>
            <a:off x="5306305" y="3420416"/>
            <a:ext cx="2227589" cy="1527191"/>
            <a:chOff x="5519300" y="372750"/>
            <a:chExt cx="1039375" cy="712575"/>
          </a:xfrm>
        </p:grpSpPr>
        <p:sp>
          <p:nvSpPr>
            <p:cNvPr id="1477" name="Google Shape;1477;p19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19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19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19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19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19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19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19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19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19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9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9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9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9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19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19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19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9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9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9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9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9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9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9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9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9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9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9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9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9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4" name="Google Shape;1544;p19"/>
          <p:cNvSpPr/>
          <p:nvPr/>
        </p:nvSpPr>
        <p:spPr>
          <a:xfrm rot="5400000">
            <a:off x="4155725" y="4470421"/>
            <a:ext cx="1647000" cy="1647000"/>
          </a:xfrm>
          <a:prstGeom prst="blockArc">
            <a:avLst>
              <a:gd name="adj1" fmla="val 4879357"/>
              <a:gd name="adj2" fmla="val 17324067"/>
              <a:gd name="adj3" fmla="val 25794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5" name="Google Shape;1545;p19"/>
          <p:cNvSpPr/>
          <p:nvPr/>
        </p:nvSpPr>
        <p:spPr>
          <a:xfrm rot="10800000" flipH="1">
            <a:off x="4073085" y="4576593"/>
            <a:ext cx="1526700" cy="152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6" name="Google Shape;1546;p19"/>
          <p:cNvSpPr/>
          <p:nvPr/>
        </p:nvSpPr>
        <p:spPr>
          <a:xfrm flipH="1">
            <a:off x="-1308567" y="-93890"/>
            <a:ext cx="2574600" cy="2574600"/>
          </a:xfrm>
          <a:prstGeom prst="blockArc">
            <a:avLst>
              <a:gd name="adj1" fmla="val 4879357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7" name="Google Shape;1547;p19"/>
          <p:cNvSpPr/>
          <p:nvPr/>
        </p:nvSpPr>
        <p:spPr>
          <a:xfrm flipH="1">
            <a:off x="-564297" y="-1617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8" name="Google Shape;1548;p19"/>
          <p:cNvGrpSpPr/>
          <p:nvPr/>
        </p:nvGrpSpPr>
        <p:grpSpPr>
          <a:xfrm flipH="1">
            <a:off x="7316928" y="167285"/>
            <a:ext cx="2227589" cy="726958"/>
            <a:chOff x="6972150" y="711750"/>
            <a:chExt cx="1039375" cy="339193"/>
          </a:xfrm>
        </p:grpSpPr>
        <p:sp>
          <p:nvSpPr>
            <p:cNvPr id="1549" name="Google Shape;1549;p19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9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9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9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9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19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19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9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9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9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9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9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9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9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9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9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9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9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9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9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9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9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9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9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_1"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20"/>
          <p:cNvSpPr/>
          <p:nvPr/>
        </p:nvSpPr>
        <p:spPr>
          <a:xfrm rot="-5400000">
            <a:off x="2057213" y="-1133420"/>
            <a:ext cx="2574600" cy="2574600"/>
          </a:xfrm>
          <a:prstGeom prst="blockArc">
            <a:avLst>
              <a:gd name="adj1" fmla="val 3945880"/>
              <a:gd name="adj2" fmla="val 17571315"/>
              <a:gd name="adj3" fmla="val 91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3" name="Google Shape;1583;p20"/>
          <p:cNvSpPr txBox="1">
            <a:spLocks noGrp="1"/>
          </p:cNvSpPr>
          <p:nvPr>
            <p:ph type="subTitle" idx="1"/>
          </p:nvPr>
        </p:nvSpPr>
        <p:spPr>
          <a:xfrm>
            <a:off x="4742550" y="2525550"/>
            <a:ext cx="32784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4" name="Google Shape;1584;p20"/>
          <p:cNvSpPr txBox="1">
            <a:spLocks noGrp="1"/>
          </p:cNvSpPr>
          <p:nvPr>
            <p:ph type="title"/>
          </p:nvPr>
        </p:nvSpPr>
        <p:spPr>
          <a:xfrm>
            <a:off x="4742550" y="1786650"/>
            <a:ext cx="32784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85" name="Google Shape;1585;p20"/>
          <p:cNvSpPr/>
          <p:nvPr/>
        </p:nvSpPr>
        <p:spPr>
          <a:xfrm rot="-5400000">
            <a:off x="2294425" y="-560575"/>
            <a:ext cx="1900500" cy="1901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86" name="Google Shape;1586;p20"/>
          <p:cNvGrpSpPr/>
          <p:nvPr/>
        </p:nvGrpSpPr>
        <p:grpSpPr>
          <a:xfrm>
            <a:off x="269278" y="4129948"/>
            <a:ext cx="2227589" cy="726958"/>
            <a:chOff x="6972150" y="711750"/>
            <a:chExt cx="1039375" cy="339193"/>
          </a:xfrm>
        </p:grpSpPr>
        <p:sp>
          <p:nvSpPr>
            <p:cNvPr id="1587" name="Google Shape;1587;p20"/>
            <p:cNvSpPr/>
            <p:nvPr/>
          </p:nvSpPr>
          <p:spPr>
            <a:xfrm>
              <a:off x="7952725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7774438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7596152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7507009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7061293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7150436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6972150" y="711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786358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795272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759615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759615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7685295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7685295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750700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7507009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750700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7328722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7328722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7328722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741786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20"/>
            <p:cNvSpPr/>
            <p:nvPr/>
          </p:nvSpPr>
          <p:spPr>
            <a:xfrm>
              <a:off x="741786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20"/>
            <p:cNvSpPr/>
            <p:nvPr/>
          </p:nvSpPr>
          <p:spPr>
            <a:xfrm>
              <a:off x="741786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20"/>
            <p:cNvSpPr/>
            <p:nvPr/>
          </p:nvSpPr>
          <p:spPr>
            <a:xfrm>
              <a:off x="7239579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20"/>
            <p:cNvSpPr/>
            <p:nvPr/>
          </p:nvSpPr>
          <p:spPr>
            <a:xfrm>
              <a:off x="7239579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20"/>
            <p:cNvSpPr/>
            <p:nvPr/>
          </p:nvSpPr>
          <p:spPr>
            <a:xfrm>
              <a:off x="7061293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20"/>
            <p:cNvSpPr/>
            <p:nvPr/>
          </p:nvSpPr>
          <p:spPr>
            <a:xfrm>
              <a:off x="7061293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20"/>
            <p:cNvSpPr/>
            <p:nvPr/>
          </p:nvSpPr>
          <p:spPr>
            <a:xfrm>
              <a:off x="7150436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20"/>
            <p:cNvSpPr/>
            <p:nvPr/>
          </p:nvSpPr>
          <p:spPr>
            <a:xfrm>
              <a:off x="7150436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20"/>
            <p:cNvSpPr/>
            <p:nvPr/>
          </p:nvSpPr>
          <p:spPr>
            <a:xfrm>
              <a:off x="7150436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20"/>
            <p:cNvSpPr/>
            <p:nvPr/>
          </p:nvSpPr>
          <p:spPr>
            <a:xfrm>
              <a:off x="6972150" y="8053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20"/>
            <p:cNvSpPr/>
            <p:nvPr/>
          </p:nvSpPr>
          <p:spPr>
            <a:xfrm>
              <a:off x="6972150" y="8987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20"/>
            <p:cNvSpPr/>
            <p:nvPr/>
          </p:nvSpPr>
          <p:spPr>
            <a:xfrm>
              <a:off x="6972150" y="9921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9" name="Google Shape;1619;p20"/>
          <p:cNvGrpSpPr/>
          <p:nvPr/>
        </p:nvGrpSpPr>
        <p:grpSpPr>
          <a:xfrm rot="-5400000">
            <a:off x="-80933" y="615228"/>
            <a:ext cx="2227589" cy="1527191"/>
            <a:chOff x="5519300" y="372750"/>
            <a:chExt cx="1039375" cy="712575"/>
          </a:xfrm>
        </p:grpSpPr>
        <p:sp>
          <p:nvSpPr>
            <p:cNvPr id="1620" name="Google Shape;1620;p20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20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20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20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20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20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20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20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20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20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20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20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20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20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0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0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0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0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0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0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0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0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0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0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0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0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0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0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0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0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0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0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0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0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0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0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0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0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0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0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0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3_1_1">
    <p:spTree>
      <p:nvGrpSpPr>
        <p:cNvPr id="1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p2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989" name="Google Shape;1989;p24"/>
          <p:cNvSpPr txBox="1">
            <a:spLocks noGrp="1"/>
          </p:cNvSpPr>
          <p:nvPr>
            <p:ph type="title" idx="2"/>
          </p:nvPr>
        </p:nvSpPr>
        <p:spPr>
          <a:xfrm>
            <a:off x="2079069" y="3009750"/>
            <a:ext cx="2083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90" name="Google Shape;1990;p24"/>
          <p:cNvSpPr txBox="1">
            <a:spLocks noGrp="1"/>
          </p:cNvSpPr>
          <p:nvPr>
            <p:ph type="subTitle" idx="1"/>
          </p:nvPr>
        </p:nvSpPr>
        <p:spPr>
          <a:xfrm>
            <a:off x="2079069" y="3439300"/>
            <a:ext cx="2083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1" name="Google Shape;1991;p24"/>
          <p:cNvSpPr txBox="1">
            <a:spLocks noGrp="1"/>
          </p:cNvSpPr>
          <p:nvPr>
            <p:ph type="title" idx="3"/>
          </p:nvPr>
        </p:nvSpPr>
        <p:spPr>
          <a:xfrm>
            <a:off x="4981131" y="3009750"/>
            <a:ext cx="2083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92" name="Google Shape;1992;p24"/>
          <p:cNvSpPr txBox="1">
            <a:spLocks noGrp="1"/>
          </p:cNvSpPr>
          <p:nvPr>
            <p:ph type="subTitle" idx="4"/>
          </p:nvPr>
        </p:nvSpPr>
        <p:spPr>
          <a:xfrm>
            <a:off x="4981131" y="3439300"/>
            <a:ext cx="20838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3" name="Google Shape;1993;p24"/>
          <p:cNvSpPr/>
          <p:nvPr/>
        </p:nvSpPr>
        <p:spPr>
          <a:xfrm flipH="1">
            <a:off x="8270391" y="22796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94" name="Google Shape;1994;p24"/>
          <p:cNvGrpSpPr/>
          <p:nvPr/>
        </p:nvGrpSpPr>
        <p:grpSpPr>
          <a:xfrm rot="5400000">
            <a:off x="7651004" y="3368691"/>
            <a:ext cx="2227589" cy="1527191"/>
            <a:chOff x="5519300" y="372750"/>
            <a:chExt cx="1039375" cy="712575"/>
          </a:xfrm>
        </p:grpSpPr>
        <p:sp>
          <p:nvSpPr>
            <p:cNvPr id="1995" name="Google Shape;1995;p2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2" name="Google Shape;2062;p24"/>
          <p:cNvGrpSpPr/>
          <p:nvPr/>
        </p:nvGrpSpPr>
        <p:grpSpPr>
          <a:xfrm rot="-5400000">
            <a:off x="-818942" y="1077257"/>
            <a:ext cx="2227588" cy="726522"/>
            <a:chOff x="3799000" y="1820400"/>
            <a:chExt cx="1039375" cy="338989"/>
          </a:xfrm>
        </p:grpSpPr>
        <p:sp>
          <p:nvSpPr>
            <p:cNvPr id="2063" name="Google Shape;2063;p2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2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2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2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2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2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2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2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2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2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2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2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2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2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2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2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2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2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2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24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2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2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9" name="Google Shape;2099;p24"/>
          <p:cNvSpPr/>
          <p:nvPr/>
        </p:nvSpPr>
        <p:spPr>
          <a:xfrm flipH="1">
            <a:off x="-1058342" y="3902385"/>
            <a:ext cx="2574600" cy="2574600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0" name="Google Shape;210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850" y="3694589"/>
            <a:ext cx="1306575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1" name="Google Shape;2101;p24"/>
          <p:cNvSpPr/>
          <p:nvPr/>
        </p:nvSpPr>
        <p:spPr>
          <a:xfrm rot="5400000" flipH="1">
            <a:off x="-383111" y="-1285175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2" name="Google Shape;2102;p24"/>
          <p:cNvSpPr/>
          <p:nvPr/>
        </p:nvSpPr>
        <p:spPr>
          <a:xfrm flipH="1">
            <a:off x="-87012" y="-979068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3" name="Google Shape;210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4494" y="748521"/>
            <a:ext cx="1013918" cy="7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4" name="Google Shape;2104;p24"/>
          <p:cNvSpPr/>
          <p:nvPr/>
        </p:nvSpPr>
        <p:spPr>
          <a:xfrm rot="-5400000" flipH="1">
            <a:off x="6829239" y="4604100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5" name="Google Shape;2105;p24"/>
          <p:cNvSpPr/>
          <p:nvPr/>
        </p:nvSpPr>
        <p:spPr>
          <a:xfrm rot="10800000" flipH="1">
            <a:off x="6912341" y="4676592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6" name="Google Shape;210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494" y="4676596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7" name="Google Shape;210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8956" y="2685121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8" name="Google Shape;210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2166" y="-427950"/>
            <a:ext cx="1217532" cy="87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3_1_1_2"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2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111" name="Google Shape;2111;p25"/>
          <p:cNvSpPr txBox="1">
            <a:spLocks noGrp="1"/>
          </p:cNvSpPr>
          <p:nvPr>
            <p:ph type="subTitle" idx="1"/>
          </p:nvPr>
        </p:nvSpPr>
        <p:spPr>
          <a:xfrm>
            <a:off x="1237236" y="1649888"/>
            <a:ext cx="3136200" cy="23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2" name="Google Shape;2112;p25"/>
          <p:cNvSpPr txBox="1">
            <a:spLocks noGrp="1"/>
          </p:cNvSpPr>
          <p:nvPr>
            <p:ph type="subTitle" idx="2"/>
          </p:nvPr>
        </p:nvSpPr>
        <p:spPr>
          <a:xfrm>
            <a:off x="4770564" y="1649888"/>
            <a:ext cx="3136200" cy="23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113" name="Google Shape;2113;p25"/>
          <p:cNvGrpSpPr/>
          <p:nvPr/>
        </p:nvGrpSpPr>
        <p:grpSpPr>
          <a:xfrm rot="5400000">
            <a:off x="-716077" y="3282010"/>
            <a:ext cx="2227568" cy="326604"/>
            <a:chOff x="5911703" y="-1770615"/>
            <a:chExt cx="2227568" cy="326604"/>
          </a:xfrm>
        </p:grpSpPr>
        <p:sp>
          <p:nvSpPr>
            <p:cNvPr id="2114" name="Google Shape;2114;p25"/>
            <p:cNvSpPr/>
            <p:nvPr/>
          </p:nvSpPr>
          <p:spPr>
            <a:xfrm>
              <a:off x="8013271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7631168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7249064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7058013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6102754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6293806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11703" y="-1770615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7822219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8013271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7249064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7440116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7058013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6675909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6866961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6484858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6293806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11703" y="-1570011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1" name="Google Shape;2131;p25"/>
          <p:cNvSpPr/>
          <p:nvPr/>
        </p:nvSpPr>
        <p:spPr>
          <a:xfrm rot="8223760" flipH="1">
            <a:off x="8066614" y="3302903"/>
            <a:ext cx="1986206" cy="1986646"/>
          </a:xfrm>
          <a:prstGeom prst="blockArc">
            <a:avLst>
              <a:gd name="adj1" fmla="val 5100224"/>
              <a:gd name="adj2" fmla="val 16890590"/>
              <a:gd name="adj3" fmla="val 2586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2" name="Google Shape;2132;p25"/>
          <p:cNvSpPr/>
          <p:nvPr/>
        </p:nvSpPr>
        <p:spPr>
          <a:xfrm rot="8223572" flipH="1">
            <a:off x="8098025" y="3495149"/>
            <a:ext cx="1534706" cy="1534721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3" name="Google Shape;2133;p25"/>
          <p:cNvSpPr/>
          <p:nvPr/>
        </p:nvSpPr>
        <p:spPr>
          <a:xfrm rot="656896" flipH="1">
            <a:off x="-1466385" y="950324"/>
            <a:ext cx="2255655" cy="2255712"/>
          </a:xfrm>
          <a:prstGeom prst="blockArc">
            <a:avLst>
              <a:gd name="adj1" fmla="val 5100224"/>
              <a:gd name="adj2" fmla="val 17105252"/>
              <a:gd name="adj3" fmla="val 2295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4" name="Google Shape;2134;p25"/>
          <p:cNvSpPr/>
          <p:nvPr/>
        </p:nvSpPr>
        <p:spPr>
          <a:xfrm rot="656663" flipH="1">
            <a:off x="-951810" y="1473801"/>
            <a:ext cx="1742900" cy="174295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5" name="Google Shape;2135;p25"/>
          <p:cNvGrpSpPr/>
          <p:nvPr/>
        </p:nvGrpSpPr>
        <p:grpSpPr>
          <a:xfrm rot="-5400000" flipH="1">
            <a:off x="7876900" y="1636706"/>
            <a:ext cx="2036537" cy="726522"/>
            <a:chOff x="5697593" y="1680311"/>
            <a:chExt cx="950232" cy="338989"/>
          </a:xfrm>
        </p:grpSpPr>
        <p:sp>
          <p:nvSpPr>
            <p:cNvPr id="2136" name="Google Shape;2136;p25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5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5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5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5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5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flipH="1">
            <a:off x="-381821" y="-103359"/>
            <a:ext cx="2227588" cy="726522"/>
            <a:chOff x="3620725" y="372750"/>
            <a:chExt cx="1039375" cy="338989"/>
          </a:xfrm>
        </p:grpSpPr>
        <p:sp>
          <p:nvSpPr>
            <p:cNvPr id="2167" name="Google Shape;2167;p25"/>
            <p:cNvSpPr/>
            <p:nvPr/>
          </p:nvSpPr>
          <p:spPr>
            <a:xfrm>
              <a:off x="451215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51215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51215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60130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60130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5"/>
            <p:cNvSpPr/>
            <p:nvPr/>
          </p:nvSpPr>
          <p:spPr>
            <a:xfrm>
              <a:off x="4423013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5"/>
            <p:cNvSpPr/>
            <p:nvPr/>
          </p:nvSpPr>
          <p:spPr>
            <a:xfrm>
              <a:off x="442301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5"/>
            <p:cNvSpPr/>
            <p:nvPr/>
          </p:nvSpPr>
          <p:spPr>
            <a:xfrm>
              <a:off x="442301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5"/>
            <p:cNvSpPr/>
            <p:nvPr/>
          </p:nvSpPr>
          <p:spPr>
            <a:xfrm>
              <a:off x="442301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5"/>
            <p:cNvSpPr/>
            <p:nvPr/>
          </p:nvSpPr>
          <p:spPr>
            <a:xfrm>
              <a:off x="424472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5"/>
            <p:cNvSpPr/>
            <p:nvPr/>
          </p:nvSpPr>
          <p:spPr>
            <a:xfrm>
              <a:off x="424472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5"/>
            <p:cNvSpPr/>
            <p:nvPr/>
          </p:nvSpPr>
          <p:spPr>
            <a:xfrm>
              <a:off x="4333870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5"/>
            <p:cNvSpPr/>
            <p:nvPr/>
          </p:nvSpPr>
          <p:spPr>
            <a:xfrm>
              <a:off x="4333870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5"/>
            <p:cNvSpPr/>
            <p:nvPr/>
          </p:nvSpPr>
          <p:spPr>
            <a:xfrm>
              <a:off x="433387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5"/>
            <p:cNvSpPr/>
            <p:nvPr/>
          </p:nvSpPr>
          <p:spPr>
            <a:xfrm>
              <a:off x="4333870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5"/>
            <p:cNvSpPr/>
            <p:nvPr/>
          </p:nvSpPr>
          <p:spPr>
            <a:xfrm>
              <a:off x="415558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5"/>
            <p:cNvSpPr/>
            <p:nvPr/>
          </p:nvSpPr>
          <p:spPr>
            <a:xfrm>
              <a:off x="415558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5"/>
            <p:cNvSpPr/>
            <p:nvPr/>
          </p:nvSpPr>
          <p:spPr>
            <a:xfrm>
              <a:off x="415558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5"/>
            <p:cNvSpPr/>
            <p:nvPr/>
          </p:nvSpPr>
          <p:spPr>
            <a:xfrm>
              <a:off x="415558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5"/>
            <p:cNvSpPr/>
            <p:nvPr/>
          </p:nvSpPr>
          <p:spPr>
            <a:xfrm>
              <a:off x="3977297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5"/>
            <p:cNvSpPr/>
            <p:nvPr/>
          </p:nvSpPr>
          <p:spPr>
            <a:xfrm>
              <a:off x="3977297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5"/>
            <p:cNvSpPr/>
            <p:nvPr/>
          </p:nvSpPr>
          <p:spPr>
            <a:xfrm>
              <a:off x="3977297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5"/>
            <p:cNvSpPr/>
            <p:nvPr/>
          </p:nvSpPr>
          <p:spPr>
            <a:xfrm>
              <a:off x="406644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5"/>
            <p:cNvSpPr/>
            <p:nvPr/>
          </p:nvSpPr>
          <p:spPr>
            <a:xfrm>
              <a:off x="406644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5"/>
            <p:cNvSpPr/>
            <p:nvPr/>
          </p:nvSpPr>
          <p:spPr>
            <a:xfrm>
              <a:off x="406644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5"/>
            <p:cNvSpPr/>
            <p:nvPr/>
          </p:nvSpPr>
          <p:spPr>
            <a:xfrm>
              <a:off x="3888154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5"/>
            <p:cNvSpPr/>
            <p:nvPr/>
          </p:nvSpPr>
          <p:spPr>
            <a:xfrm>
              <a:off x="3888154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5"/>
            <p:cNvSpPr/>
            <p:nvPr/>
          </p:nvSpPr>
          <p:spPr>
            <a:xfrm>
              <a:off x="3888154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5"/>
            <p:cNvSpPr/>
            <p:nvPr/>
          </p:nvSpPr>
          <p:spPr>
            <a:xfrm>
              <a:off x="3888154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5"/>
            <p:cNvSpPr/>
            <p:nvPr/>
          </p:nvSpPr>
          <p:spPr>
            <a:xfrm>
              <a:off x="370986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5"/>
            <p:cNvSpPr/>
            <p:nvPr/>
          </p:nvSpPr>
          <p:spPr>
            <a:xfrm>
              <a:off x="370986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5"/>
            <p:cNvSpPr/>
            <p:nvPr/>
          </p:nvSpPr>
          <p:spPr>
            <a:xfrm>
              <a:off x="370986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3799011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799011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799011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799011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362072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204" name="Google Shape;220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34597" y="3947683"/>
            <a:ext cx="665700" cy="1111385"/>
          </a:xfrm>
          <a:prstGeom prst="rect">
            <a:avLst/>
          </a:prstGeom>
          <a:noFill/>
          <a:ln>
            <a:noFill/>
          </a:ln>
        </p:spPr>
      </p:pic>
      <p:sp>
        <p:nvSpPr>
          <p:cNvPr id="2205" name="Google Shape;2205;p25"/>
          <p:cNvSpPr/>
          <p:nvPr/>
        </p:nvSpPr>
        <p:spPr>
          <a:xfrm rot="-4743008" flipH="1">
            <a:off x="936100" y="4678764"/>
            <a:ext cx="2593314" cy="2593371"/>
          </a:xfrm>
          <a:prstGeom prst="blockArc">
            <a:avLst>
              <a:gd name="adj1" fmla="val 5100224"/>
              <a:gd name="adj2" fmla="val 16747037"/>
              <a:gd name="adj3" fmla="val 11247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6" name="Google Shape;2206;p25"/>
          <p:cNvSpPr/>
          <p:nvPr/>
        </p:nvSpPr>
        <p:spPr>
          <a:xfrm rot="-4743408" flipH="1">
            <a:off x="1537977" y="4676626"/>
            <a:ext cx="2003838" cy="2003895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_1_1_1">
    <p:spTree>
      <p:nvGrpSpPr>
        <p:cNvPr id="1" name="Shape 2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8" name="Google Shape;2208;p2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209" name="Google Shape;2209;p26"/>
          <p:cNvSpPr txBox="1">
            <a:spLocks noGrp="1"/>
          </p:cNvSpPr>
          <p:nvPr>
            <p:ph type="title" idx="2"/>
          </p:nvPr>
        </p:nvSpPr>
        <p:spPr>
          <a:xfrm>
            <a:off x="1099200" y="2941050"/>
            <a:ext cx="200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10" name="Google Shape;2210;p26"/>
          <p:cNvSpPr txBox="1">
            <a:spLocks noGrp="1"/>
          </p:cNvSpPr>
          <p:nvPr>
            <p:ph type="subTitle" idx="1"/>
          </p:nvPr>
        </p:nvSpPr>
        <p:spPr>
          <a:xfrm>
            <a:off x="1099200" y="3370599"/>
            <a:ext cx="2006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1" name="Google Shape;2211;p26"/>
          <p:cNvSpPr txBox="1">
            <a:spLocks noGrp="1"/>
          </p:cNvSpPr>
          <p:nvPr>
            <p:ph type="title" idx="3"/>
          </p:nvPr>
        </p:nvSpPr>
        <p:spPr>
          <a:xfrm>
            <a:off x="3528012" y="2941050"/>
            <a:ext cx="200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12" name="Google Shape;2212;p26"/>
          <p:cNvSpPr txBox="1">
            <a:spLocks noGrp="1"/>
          </p:cNvSpPr>
          <p:nvPr>
            <p:ph type="subTitle" idx="4"/>
          </p:nvPr>
        </p:nvSpPr>
        <p:spPr>
          <a:xfrm>
            <a:off x="3528012" y="3370600"/>
            <a:ext cx="2006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3" name="Google Shape;2213;p26"/>
          <p:cNvSpPr txBox="1">
            <a:spLocks noGrp="1"/>
          </p:cNvSpPr>
          <p:nvPr>
            <p:ph type="title" idx="5"/>
          </p:nvPr>
        </p:nvSpPr>
        <p:spPr>
          <a:xfrm>
            <a:off x="5956750" y="2941050"/>
            <a:ext cx="2006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14" name="Google Shape;2214;p26"/>
          <p:cNvSpPr txBox="1">
            <a:spLocks noGrp="1"/>
          </p:cNvSpPr>
          <p:nvPr>
            <p:ph type="subTitle" idx="6"/>
          </p:nvPr>
        </p:nvSpPr>
        <p:spPr>
          <a:xfrm>
            <a:off x="5956750" y="3370600"/>
            <a:ext cx="20067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15" name="Google Shape;2215;p26"/>
          <p:cNvGrpSpPr/>
          <p:nvPr/>
        </p:nvGrpSpPr>
        <p:grpSpPr>
          <a:xfrm>
            <a:off x="7130578" y="4680303"/>
            <a:ext cx="2227588" cy="726522"/>
            <a:chOff x="3857800" y="1143286"/>
            <a:chExt cx="1039375" cy="338989"/>
          </a:xfrm>
        </p:grpSpPr>
        <p:sp>
          <p:nvSpPr>
            <p:cNvPr id="2216" name="Google Shape;2216;p26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6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6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6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6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6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6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6" name="Google Shape;2246;p26"/>
          <p:cNvGrpSpPr/>
          <p:nvPr/>
        </p:nvGrpSpPr>
        <p:grpSpPr>
          <a:xfrm>
            <a:off x="-254692" y="-76870"/>
            <a:ext cx="2227588" cy="726522"/>
            <a:chOff x="5608450" y="1680311"/>
            <a:chExt cx="1039375" cy="338989"/>
          </a:xfrm>
        </p:grpSpPr>
        <p:sp>
          <p:nvSpPr>
            <p:cNvPr id="2247" name="Google Shape;2247;p26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26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26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26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26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26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26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26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26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26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26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26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26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26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26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26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26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26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26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26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26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26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3" name="Google Shape;2283;p26"/>
          <p:cNvSpPr/>
          <p:nvPr/>
        </p:nvSpPr>
        <p:spPr>
          <a:xfrm rot="-1856039">
            <a:off x="8454804" y="2577737"/>
            <a:ext cx="2574846" cy="2574846"/>
          </a:xfrm>
          <a:prstGeom prst="blockArc">
            <a:avLst>
              <a:gd name="adj1" fmla="val 5958233"/>
              <a:gd name="adj2" fmla="val 17338531"/>
              <a:gd name="adj3" fmla="val 8483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4" name="Google Shape;2284;p26"/>
          <p:cNvSpPr/>
          <p:nvPr/>
        </p:nvSpPr>
        <p:spPr>
          <a:xfrm>
            <a:off x="8472788" y="25100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5" name="Google Shape;2285;p26"/>
          <p:cNvSpPr/>
          <p:nvPr/>
        </p:nvSpPr>
        <p:spPr>
          <a:xfrm rot="1856039" flipH="1">
            <a:off x="-1791221" y="147812"/>
            <a:ext cx="2574846" cy="2574846"/>
          </a:xfrm>
          <a:prstGeom prst="blockArc">
            <a:avLst>
              <a:gd name="adj1" fmla="val 5958233"/>
              <a:gd name="adj2" fmla="val 17474158"/>
              <a:gd name="adj3" fmla="val 15925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6" name="Google Shape;2286;p26"/>
          <p:cNvSpPr/>
          <p:nvPr/>
        </p:nvSpPr>
        <p:spPr>
          <a:xfrm flipH="1">
            <a:off x="-1205123" y="422875"/>
            <a:ext cx="2118000" cy="2118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7" name="Google Shape;2287;p26"/>
          <p:cNvSpPr/>
          <p:nvPr/>
        </p:nvSpPr>
        <p:spPr>
          <a:xfrm>
            <a:off x="6337536" y="4893650"/>
            <a:ext cx="1326600" cy="1327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88" name="Google Shape;2288;p26"/>
          <p:cNvGrpSpPr/>
          <p:nvPr/>
        </p:nvGrpSpPr>
        <p:grpSpPr>
          <a:xfrm>
            <a:off x="282666" y="4529415"/>
            <a:ext cx="485944" cy="339170"/>
            <a:chOff x="5265975" y="1869575"/>
            <a:chExt cx="269400" cy="128825"/>
          </a:xfrm>
        </p:grpSpPr>
        <p:cxnSp>
          <p:nvCxnSpPr>
            <p:cNvPr id="2289" name="Google Shape;2289;p26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0" name="Google Shape;2290;p26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1" name="Google Shape;2291;p26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2" name="Google Shape;2292;p26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3" name="Google Shape;2293;p26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">
    <p:spTree>
      <p:nvGrpSpPr>
        <p:cNvPr id="1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p28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385" name="Google Shape;2385;p28"/>
          <p:cNvSpPr txBox="1">
            <a:spLocks noGrp="1"/>
          </p:cNvSpPr>
          <p:nvPr>
            <p:ph type="title" idx="2"/>
          </p:nvPr>
        </p:nvSpPr>
        <p:spPr>
          <a:xfrm>
            <a:off x="1015475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86" name="Google Shape;2386;p28"/>
          <p:cNvSpPr txBox="1">
            <a:spLocks noGrp="1"/>
          </p:cNvSpPr>
          <p:nvPr>
            <p:ph type="subTitle" idx="1"/>
          </p:nvPr>
        </p:nvSpPr>
        <p:spPr>
          <a:xfrm>
            <a:off x="1015475" y="3696599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7" name="Google Shape;2387;p28"/>
          <p:cNvSpPr txBox="1">
            <a:spLocks noGrp="1"/>
          </p:cNvSpPr>
          <p:nvPr>
            <p:ph type="title" idx="3"/>
          </p:nvPr>
        </p:nvSpPr>
        <p:spPr>
          <a:xfrm>
            <a:off x="3671479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88" name="Google Shape;2388;p28"/>
          <p:cNvSpPr txBox="1">
            <a:spLocks noGrp="1"/>
          </p:cNvSpPr>
          <p:nvPr>
            <p:ph type="subTitle" idx="4"/>
          </p:nvPr>
        </p:nvSpPr>
        <p:spPr>
          <a:xfrm>
            <a:off x="3671479" y="3696600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9" name="Google Shape;2389;p28"/>
          <p:cNvSpPr txBox="1">
            <a:spLocks noGrp="1"/>
          </p:cNvSpPr>
          <p:nvPr>
            <p:ph type="title" idx="5"/>
          </p:nvPr>
        </p:nvSpPr>
        <p:spPr>
          <a:xfrm>
            <a:off x="6327467" y="3267050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0" name="Google Shape;2390;p28"/>
          <p:cNvSpPr txBox="1">
            <a:spLocks noGrp="1"/>
          </p:cNvSpPr>
          <p:nvPr>
            <p:ph type="subTitle" idx="6"/>
          </p:nvPr>
        </p:nvSpPr>
        <p:spPr>
          <a:xfrm>
            <a:off x="6327467" y="3696600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1" name="Google Shape;2391;p28"/>
          <p:cNvSpPr txBox="1">
            <a:spLocks noGrp="1"/>
          </p:cNvSpPr>
          <p:nvPr>
            <p:ph type="title" idx="7"/>
          </p:nvPr>
        </p:nvSpPr>
        <p:spPr>
          <a:xfrm>
            <a:off x="1015475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2" name="Google Shape;2392;p28"/>
          <p:cNvSpPr txBox="1">
            <a:spLocks noGrp="1"/>
          </p:cNvSpPr>
          <p:nvPr>
            <p:ph type="subTitle" idx="8"/>
          </p:nvPr>
        </p:nvSpPr>
        <p:spPr>
          <a:xfrm>
            <a:off x="1015475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3" name="Google Shape;2393;p28"/>
          <p:cNvSpPr txBox="1">
            <a:spLocks noGrp="1"/>
          </p:cNvSpPr>
          <p:nvPr>
            <p:ph type="title" idx="9"/>
          </p:nvPr>
        </p:nvSpPr>
        <p:spPr>
          <a:xfrm>
            <a:off x="3671479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4" name="Google Shape;2394;p28"/>
          <p:cNvSpPr txBox="1">
            <a:spLocks noGrp="1"/>
          </p:cNvSpPr>
          <p:nvPr>
            <p:ph type="subTitle" idx="13"/>
          </p:nvPr>
        </p:nvSpPr>
        <p:spPr>
          <a:xfrm>
            <a:off x="3671479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5" name="Google Shape;2395;p28"/>
          <p:cNvSpPr txBox="1">
            <a:spLocks noGrp="1"/>
          </p:cNvSpPr>
          <p:nvPr>
            <p:ph type="title" idx="14"/>
          </p:nvPr>
        </p:nvSpPr>
        <p:spPr>
          <a:xfrm>
            <a:off x="6327467" y="1689375"/>
            <a:ext cx="1801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396" name="Google Shape;2396;p28"/>
          <p:cNvSpPr txBox="1">
            <a:spLocks noGrp="1"/>
          </p:cNvSpPr>
          <p:nvPr>
            <p:ph type="subTitle" idx="15"/>
          </p:nvPr>
        </p:nvSpPr>
        <p:spPr>
          <a:xfrm>
            <a:off x="6327467" y="2118925"/>
            <a:ext cx="1801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7" name="Google Shape;2397;p28"/>
          <p:cNvSpPr/>
          <p:nvPr/>
        </p:nvSpPr>
        <p:spPr>
          <a:xfrm rot="-4499800" flipH="1">
            <a:off x="8145920" y="4621513"/>
            <a:ext cx="1939931" cy="1939931"/>
          </a:xfrm>
          <a:prstGeom prst="blockArc">
            <a:avLst>
              <a:gd name="adj1" fmla="val 5958233"/>
              <a:gd name="adj2" fmla="val 17385308"/>
              <a:gd name="adj3" fmla="val 20382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98" name="Google Shape;2398;p28"/>
          <p:cNvGrpSpPr/>
          <p:nvPr/>
        </p:nvGrpSpPr>
        <p:grpSpPr>
          <a:xfrm>
            <a:off x="6046058" y="4642569"/>
            <a:ext cx="2227568" cy="326167"/>
            <a:chOff x="2570033" y="6824869"/>
            <a:chExt cx="2227568" cy="326167"/>
          </a:xfrm>
        </p:grpSpPr>
        <p:sp>
          <p:nvSpPr>
            <p:cNvPr id="2399" name="Google Shape;2399;p28"/>
            <p:cNvSpPr/>
            <p:nvPr/>
          </p:nvSpPr>
          <p:spPr>
            <a:xfrm>
              <a:off x="4480549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8"/>
            <p:cNvSpPr/>
            <p:nvPr/>
          </p:nvSpPr>
          <p:spPr>
            <a:xfrm>
              <a:off x="4671601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8"/>
            <p:cNvSpPr/>
            <p:nvPr/>
          </p:nvSpPr>
          <p:spPr>
            <a:xfrm>
              <a:off x="3907394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8"/>
            <p:cNvSpPr/>
            <p:nvPr/>
          </p:nvSpPr>
          <p:spPr>
            <a:xfrm>
              <a:off x="4098446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8"/>
            <p:cNvSpPr/>
            <p:nvPr/>
          </p:nvSpPr>
          <p:spPr>
            <a:xfrm>
              <a:off x="3716343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8"/>
            <p:cNvSpPr/>
            <p:nvPr/>
          </p:nvSpPr>
          <p:spPr>
            <a:xfrm>
              <a:off x="3716343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8"/>
            <p:cNvSpPr/>
            <p:nvPr/>
          </p:nvSpPr>
          <p:spPr>
            <a:xfrm>
              <a:off x="3334239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8"/>
            <p:cNvSpPr/>
            <p:nvPr/>
          </p:nvSpPr>
          <p:spPr>
            <a:xfrm>
              <a:off x="3334239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8"/>
            <p:cNvSpPr/>
            <p:nvPr/>
          </p:nvSpPr>
          <p:spPr>
            <a:xfrm>
              <a:off x="3525291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8"/>
            <p:cNvSpPr/>
            <p:nvPr/>
          </p:nvSpPr>
          <p:spPr>
            <a:xfrm>
              <a:off x="3525291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8"/>
            <p:cNvSpPr/>
            <p:nvPr/>
          </p:nvSpPr>
          <p:spPr>
            <a:xfrm>
              <a:off x="3143188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8"/>
            <p:cNvSpPr/>
            <p:nvPr/>
          </p:nvSpPr>
          <p:spPr>
            <a:xfrm>
              <a:off x="2761084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28"/>
            <p:cNvSpPr/>
            <p:nvPr/>
          </p:nvSpPr>
          <p:spPr>
            <a:xfrm>
              <a:off x="2952136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8"/>
            <p:cNvSpPr/>
            <p:nvPr/>
          </p:nvSpPr>
          <p:spPr>
            <a:xfrm>
              <a:off x="2952136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8"/>
            <p:cNvSpPr/>
            <p:nvPr/>
          </p:nvSpPr>
          <p:spPr>
            <a:xfrm>
              <a:off x="2570033" y="6824869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8"/>
            <p:cNvSpPr/>
            <p:nvPr/>
          </p:nvSpPr>
          <p:spPr>
            <a:xfrm>
              <a:off x="2570033" y="7025036"/>
              <a:ext cx="126000" cy="126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5" name="Google Shape;2415;p28"/>
          <p:cNvGrpSpPr/>
          <p:nvPr/>
        </p:nvGrpSpPr>
        <p:grpSpPr>
          <a:xfrm rot="5400000" flipH="1">
            <a:off x="-759306" y="2004490"/>
            <a:ext cx="2227588" cy="726522"/>
            <a:chOff x="3857800" y="1143286"/>
            <a:chExt cx="1039375" cy="338989"/>
          </a:xfrm>
        </p:grpSpPr>
        <p:sp>
          <p:nvSpPr>
            <p:cNvPr id="2416" name="Google Shape;2416;p28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28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28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28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28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28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28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28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28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28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28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28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28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28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28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28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28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28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28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28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8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8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8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8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8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8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8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8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8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5" name="Google Shape;2445;p28"/>
          <p:cNvSpPr/>
          <p:nvPr/>
        </p:nvSpPr>
        <p:spPr>
          <a:xfrm rot="900224" flipH="1">
            <a:off x="-2339988" y="124094"/>
            <a:ext cx="3016433" cy="3016433"/>
          </a:xfrm>
          <a:prstGeom prst="blockArc">
            <a:avLst>
              <a:gd name="adj1" fmla="val 5958233"/>
              <a:gd name="adj2" fmla="val 17310751"/>
              <a:gd name="adj3" fmla="val 8559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6" name="Google Shape;2446;p28"/>
          <p:cNvSpPr/>
          <p:nvPr/>
        </p:nvSpPr>
        <p:spPr>
          <a:xfrm>
            <a:off x="-320815" y="-554925"/>
            <a:ext cx="1224600" cy="12252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7" name="Google Shape;2447;p28"/>
          <p:cNvSpPr/>
          <p:nvPr/>
        </p:nvSpPr>
        <p:spPr>
          <a:xfrm flipH="1">
            <a:off x="8212786" y="4580724"/>
            <a:ext cx="1608900" cy="1609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8" name="Google Shape;2448;p28"/>
          <p:cNvSpPr/>
          <p:nvPr/>
        </p:nvSpPr>
        <p:spPr>
          <a:xfrm>
            <a:off x="8634823" y="1282193"/>
            <a:ext cx="1409100" cy="1409100"/>
          </a:xfrm>
          <a:prstGeom prst="blockArc">
            <a:avLst>
              <a:gd name="adj1" fmla="val 2709197"/>
              <a:gd name="adj2" fmla="val 16176137"/>
              <a:gd name="adj3" fmla="val 2610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9" name="Google Shape;2449;p28"/>
          <p:cNvSpPr/>
          <p:nvPr/>
        </p:nvSpPr>
        <p:spPr>
          <a:xfrm flipH="1">
            <a:off x="8400260" y="365000"/>
            <a:ext cx="2140200" cy="2141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0" name="Google Shape;2450;p28"/>
          <p:cNvGrpSpPr/>
          <p:nvPr/>
        </p:nvGrpSpPr>
        <p:grpSpPr>
          <a:xfrm rot="-5400000">
            <a:off x="7731943" y="2532269"/>
            <a:ext cx="2227588" cy="726522"/>
            <a:chOff x="3799000" y="1820400"/>
            <a:chExt cx="1039375" cy="338989"/>
          </a:xfrm>
        </p:grpSpPr>
        <p:sp>
          <p:nvSpPr>
            <p:cNvPr id="2451" name="Google Shape;2451;p2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6_1_1">
    <p:spTree>
      <p:nvGrpSpPr>
        <p:cNvPr id="1" name="Shape 2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" name="Google Shape;2676;p31"/>
          <p:cNvSpPr txBox="1">
            <a:spLocks noGrp="1"/>
          </p:cNvSpPr>
          <p:nvPr>
            <p:ph type="title" hasCustomPrompt="1"/>
          </p:nvPr>
        </p:nvSpPr>
        <p:spPr>
          <a:xfrm>
            <a:off x="1610554" y="1906200"/>
            <a:ext cx="1261200" cy="5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77" name="Google Shape;2677;p31"/>
          <p:cNvSpPr txBox="1">
            <a:spLocks noGrp="1"/>
          </p:cNvSpPr>
          <p:nvPr>
            <p:ph type="title" idx="2" hasCustomPrompt="1"/>
          </p:nvPr>
        </p:nvSpPr>
        <p:spPr>
          <a:xfrm>
            <a:off x="3941400" y="1906200"/>
            <a:ext cx="1261200" cy="5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78" name="Google Shape;2678;p31"/>
          <p:cNvSpPr txBox="1">
            <a:spLocks noGrp="1"/>
          </p:cNvSpPr>
          <p:nvPr>
            <p:ph type="title" idx="3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679" name="Google Shape;2679;p31"/>
          <p:cNvSpPr txBox="1">
            <a:spLocks noGrp="1"/>
          </p:cNvSpPr>
          <p:nvPr>
            <p:ph type="title" idx="4"/>
          </p:nvPr>
        </p:nvSpPr>
        <p:spPr>
          <a:xfrm>
            <a:off x="1337487" y="3182925"/>
            <a:ext cx="1807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80" name="Google Shape;2680;p31"/>
          <p:cNvSpPr txBox="1">
            <a:spLocks noGrp="1"/>
          </p:cNvSpPr>
          <p:nvPr>
            <p:ph type="subTitle" idx="1"/>
          </p:nvPr>
        </p:nvSpPr>
        <p:spPr>
          <a:xfrm>
            <a:off x="1337487" y="3612475"/>
            <a:ext cx="180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1" name="Google Shape;2681;p31"/>
          <p:cNvSpPr txBox="1">
            <a:spLocks noGrp="1"/>
          </p:cNvSpPr>
          <p:nvPr>
            <p:ph type="title" idx="5"/>
          </p:nvPr>
        </p:nvSpPr>
        <p:spPr>
          <a:xfrm>
            <a:off x="3668399" y="3182925"/>
            <a:ext cx="1807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82" name="Google Shape;2682;p31"/>
          <p:cNvSpPr txBox="1">
            <a:spLocks noGrp="1"/>
          </p:cNvSpPr>
          <p:nvPr>
            <p:ph type="subTitle" idx="6"/>
          </p:nvPr>
        </p:nvSpPr>
        <p:spPr>
          <a:xfrm>
            <a:off x="3668399" y="3612475"/>
            <a:ext cx="180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3" name="Google Shape;2683;p31"/>
          <p:cNvSpPr txBox="1">
            <a:spLocks noGrp="1"/>
          </p:cNvSpPr>
          <p:nvPr>
            <p:ph type="title" idx="7" hasCustomPrompt="1"/>
          </p:nvPr>
        </p:nvSpPr>
        <p:spPr>
          <a:xfrm>
            <a:off x="6319176" y="1906200"/>
            <a:ext cx="1167600" cy="56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84" name="Google Shape;2684;p31"/>
          <p:cNvSpPr txBox="1">
            <a:spLocks noGrp="1"/>
          </p:cNvSpPr>
          <p:nvPr>
            <p:ph type="title" idx="8"/>
          </p:nvPr>
        </p:nvSpPr>
        <p:spPr>
          <a:xfrm>
            <a:off x="5999315" y="3182925"/>
            <a:ext cx="18072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685" name="Google Shape;2685;p31"/>
          <p:cNvSpPr txBox="1">
            <a:spLocks noGrp="1"/>
          </p:cNvSpPr>
          <p:nvPr>
            <p:ph type="subTitle" idx="9"/>
          </p:nvPr>
        </p:nvSpPr>
        <p:spPr>
          <a:xfrm>
            <a:off x="5999315" y="3612475"/>
            <a:ext cx="1807200" cy="6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686" name="Google Shape;2686;p31"/>
          <p:cNvGrpSpPr/>
          <p:nvPr/>
        </p:nvGrpSpPr>
        <p:grpSpPr>
          <a:xfrm rot="5400000">
            <a:off x="-616035" y="1407528"/>
            <a:ext cx="2227588" cy="726522"/>
            <a:chOff x="3857800" y="1143286"/>
            <a:chExt cx="1039375" cy="338989"/>
          </a:xfrm>
        </p:grpSpPr>
        <p:sp>
          <p:nvSpPr>
            <p:cNvPr id="2687" name="Google Shape;2687;p31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1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31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31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31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1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1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1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1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1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1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1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1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1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1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1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7" name="Google Shape;2717;p31"/>
          <p:cNvGrpSpPr/>
          <p:nvPr/>
        </p:nvGrpSpPr>
        <p:grpSpPr>
          <a:xfrm>
            <a:off x="8066680" y="3468728"/>
            <a:ext cx="2227589" cy="1527191"/>
            <a:chOff x="5519300" y="372750"/>
            <a:chExt cx="1039375" cy="712575"/>
          </a:xfrm>
        </p:grpSpPr>
        <p:sp>
          <p:nvSpPr>
            <p:cNvPr id="2718" name="Google Shape;2718;p31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1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31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31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31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31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31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31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31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31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1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1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1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1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1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31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31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31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31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31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31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31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31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1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1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1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1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31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1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1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1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1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1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1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1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1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1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31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31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31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31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31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31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1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1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1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1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1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31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31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31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31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31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31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5" name="Google Shape;2785;p31"/>
          <p:cNvSpPr/>
          <p:nvPr/>
        </p:nvSpPr>
        <p:spPr>
          <a:xfrm rot="-5400000">
            <a:off x="-581151" y="-712325"/>
            <a:ext cx="1657800" cy="1657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6" name="Google Shape;2786;p31"/>
          <p:cNvSpPr/>
          <p:nvPr/>
        </p:nvSpPr>
        <p:spPr>
          <a:xfrm rot="-2158994">
            <a:off x="8445880" y="2488287"/>
            <a:ext cx="3063067" cy="3063067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1" name="Google Shape;2861;p33"/>
          <p:cNvGrpSpPr/>
          <p:nvPr/>
        </p:nvGrpSpPr>
        <p:grpSpPr>
          <a:xfrm rot="5400000">
            <a:off x="-616035" y="1407528"/>
            <a:ext cx="2227588" cy="726522"/>
            <a:chOff x="3857800" y="1143286"/>
            <a:chExt cx="1039375" cy="338989"/>
          </a:xfrm>
        </p:grpSpPr>
        <p:sp>
          <p:nvSpPr>
            <p:cNvPr id="2862" name="Google Shape;2862;p33"/>
            <p:cNvSpPr/>
            <p:nvPr/>
          </p:nvSpPr>
          <p:spPr>
            <a:xfrm>
              <a:off x="474923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33"/>
            <p:cNvSpPr/>
            <p:nvPr/>
          </p:nvSpPr>
          <p:spPr>
            <a:xfrm>
              <a:off x="483837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33"/>
            <p:cNvSpPr/>
            <p:nvPr/>
          </p:nvSpPr>
          <p:spPr>
            <a:xfrm>
              <a:off x="483837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33"/>
            <p:cNvSpPr/>
            <p:nvPr/>
          </p:nvSpPr>
          <p:spPr>
            <a:xfrm>
              <a:off x="4838375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33"/>
            <p:cNvSpPr/>
            <p:nvPr/>
          </p:nvSpPr>
          <p:spPr>
            <a:xfrm>
              <a:off x="4660088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33"/>
            <p:cNvSpPr/>
            <p:nvPr/>
          </p:nvSpPr>
          <p:spPr>
            <a:xfrm>
              <a:off x="4660088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33"/>
            <p:cNvSpPr/>
            <p:nvPr/>
          </p:nvSpPr>
          <p:spPr>
            <a:xfrm>
              <a:off x="4481802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3"/>
            <p:cNvSpPr/>
            <p:nvPr/>
          </p:nvSpPr>
          <p:spPr>
            <a:xfrm>
              <a:off x="4481802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3"/>
            <p:cNvSpPr/>
            <p:nvPr/>
          </p:nvSpPr>
          <p:spPr>
            <a:xfrm>
              <a:off x="4481802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3"/>
            <p:cNvSpPr/>
            <p:nvPr/>
          </p:nvSpPr>
          <p:spPr>
            <a:xfrm>
              <a:off x="4570945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3"/>
            <p:cNvSpPr/>
            <p:nvPr/>
          </p:nvSpPr>
          <p:spPr>
            <a:xfrm>
              <a:off x="4570945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3"/>
            <p:cNvSpPr/>
            <p:nvPr/>
          </p:nvSpPr>
          <p:spPr>
            <a:xfrm>
              <a:off x="439265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3"/>
            <p:cNvSpPr/>
            <p:nvPr/>
          </p:nvSpPr>
          <p:spPr>
            <a:xfrm>
              <a:off x="439265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3"/>
            <p:cNvSpPr/>
            <p:nvPr/>
          </p:nvSpPr>
          <p:spPr>
            <a:xfrm>
              <a:off x="4392659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3"/>
            <p:cNvSpPr/>
            <p:nvPr/>
          </p:nvSpPr>
          <p:spPr>
            <a:xfrm>
              <a:off x="4214372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3"/>
            <p:cNvSpPr/>
            <p:nvPr/>
          </p:nvSpPr>
          <p:spPr>
            <a:xfrm>
              <a:off x="430351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3"/>
            <p:cNvSpPr/>
            <p:nvPr/>
          </p:nvSpPr>
          <p:spPr>
            <a:xfrm>
              <a:off x="430351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3"/>
            <p:cNvSpPr/>
            <p:nvPr/>
          </p:nvSpPr>
          <p:spPr>
            <a:xfrm>
              <a:off x="4125229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3"/>
            <p:cNvSpPr/>
            <p:nvPr/>
          </p:nvSpPr>
          <p:spPr>
            <a:xfrm>
              <a:off x="4125229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3"/>
            <p:cNvSpPr/>
            <p:nvPr/>
          </p:nvSpPr>
          <p:spPr>
            <a:xfrm>
              <a:off x="4125229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3"/>
            <p:cNvSpPr/>
            <p:nvPr/>
          </p:nvSpPr>
          <p:spPr>
            <a:xfrm>
              <a:off x="3946943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3"/>
            <p:cNvSpPr/>
            <p:nvPr/>
          </p:nvSpPr>
          <p:spPr>
            <a:xfrm>
              <a:off x="3946943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3"/>
            <p:cNvSpPr/>
            <p:nvPr/>
          </p:nvSpPr>
          <p:spPr>
            <a:xfrm>
              <a:off x="3946943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3"/>
            <p:cNvSpPr/>
            <p:nvPr/>
          </p:nvSpPr>
          <p:spPr>
            <a:xfrm>
              <a:off x="4036086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3"/>
            <p:cNvSpPr/>
            <p:nvPr/>
          </p:nvSpPr>
          <p:spPr>
            <a:xfrm>
              <a:off x="4036086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3"/>
            <p:cNvSpPr/>
            <p:nvPr/>
          </p:nvSpPr>
          <p:spPr>
            <a:xfrm>
              <a:off x="4036086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3"/>
            <p:cNvSpPr/>
            <p:nvPr/>
          </p:nvSpPr>
          <p:spPr>
            <a:xfrm>
              <a:off x="3857800" y="114328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3"/>
            <p:cNvSpPr/>
            <p:nvPr/>
          </p:nvSpPr>
          <p:spPr>
            <a:xfrm>
              <a:off x="3857800" y="123668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3"/>
            <p:cNvSpPr/>
            <p:nvPr/>
          </p:nvSpPr>
          <p:spPr>
            <a:xfrm>
              <a:off x="3857800" y="133007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3"/>
            <p:cNvSpPr/>
            <p:nvPr/>
          </p:nvSpPr>
          <p:spPr>
            <a:xfrm>
              <a:off x="3857800" y="142347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92" name="Google Shape;2892;p33"/>
          <p:cNvGrpSpPr/>
          <p:nvPr/>
        </p:nvGrpSpPr>
        <p:grpSpPr>
          <a:xfrm>
            <a:off x="8066680" y="3468728"/>
            <a:ext cx="2227589" cy="1527191"/>
            <a:chOff x="5519300" y="372750"/>
            <a:chExt cx="1039375" cy="712575"/>
          </a:xfrm>
        </p:grpSpPr>
        <p:sp>
          <p:nvSpPr>
            <p:cNvPr id="2893" name="Google Shape;2893;p33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3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33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3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3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3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3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3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3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3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3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3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3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3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3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3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3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3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3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3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3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3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3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3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3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3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3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33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33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33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33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33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33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33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33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33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33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33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33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33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33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33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33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33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33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33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33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3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3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3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3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3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3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3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3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3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3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3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3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3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3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3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33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33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33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33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33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0" name="Google Shape;2960;p33"/>
          <p:cNvSpPr/>
          <p:nvPr/>
        </p:nvSpPr>
        <p:spPr>
          <a:xfrm rot="-5400000">
            <a:off x="-581151" y="-712325"/>
            <a:ext cx="1657800" cy="16575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1" name="Google Shape;2961;p33"/>
          <p:cNvSpPr/>
          <p:nvPr/>
        </p:nvSpPr>
        <p:spPr>
          <a:xfrm rot="-2158994">
            <a:off x="8445880" y="2488287"/>
            <a:ext cx="3063067" cy="3063067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2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Google Shape;2963;p34"/>
          <p:cNvSpPr/>
          <p:nvPr/>
        </p:nvSpPr>
        <p:spPr>
          <a:xfrm flipH="1">
            <a:off x="8270391" y="2279600"/>
            <a:ext cx="1812300" cy="1812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4" name="Google Shape;2964;p34"/>
          <p:cNvGrpSpPr/>
          <p:nvPr/>
        </p:nvGrpSpPr>
        <p:grpSpPr>
          <a:xfrm rot="5400000">
            <a:off x="7651004" y="3368691"/>
            <a:ext cx="2227589" cy="1527191"/>
            <a:chOff x="5519300" y="372750"/>
            <a:chExt cx="1039375" cy="712575"/>
          </a:xfrm>
        </p:grpSpPr>
        <p:sp>
          <p:nvSpPr>
            <p:cNvPr id="2965" name="Google Shape;2965;p34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34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34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34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34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34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34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34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34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34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34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34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34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34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34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34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34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34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34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34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34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34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34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34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34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34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34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34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34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34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34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34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34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34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34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34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34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34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34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34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34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34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34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34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34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34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34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34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34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34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34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34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34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34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34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34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34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34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34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34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34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34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34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34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34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34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34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2" name="Google Shape;3032;p34"/>
          <p:cNvGrpSpPr/>
          <p:nvPr/>
        </p:nvGrpSpPr>
        <p:grpSpPr>
          <a:xfrm rot="-5400000">
            <a:off x="-818942" y="1077257"/>
            <a:ext cx="2227588" cy="726522"/>
            <a:chOff x="3799000" y="1820400"/>
            <a:chExt cx="1039375" cy="338989"/>
          </a:xfrm>
        </p:grpSpPr>
        <p:sp>
          <p:nvSpPr>
            <p:cNvPr id="3033" name="Google Shape;3033;p34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34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34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34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34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34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34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34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34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34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34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34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34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34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34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34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34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34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34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34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34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34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34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34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34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34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34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34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34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34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34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34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34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34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34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34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9" name="Google Shape;3069;p34"/>
          <p:cNvSpPr/>
          <p:nvPr/>
        </p:nvSpPr>
        <p:spPr>
          <a:xfrm flipH="1">
            <a:off x="-1058342" y="3902385"/>
            <a:ext cx="2574600" cy="2574600"/>
          </a:xfrm>
          <a:prstGeom prst="blockArc">
            <a:avLst>
              <a:gd name="adj1" fmla="val 5958233"/>
              <a:gd name="adj2" fmla="val 17463104"/>
              <a:gd name="adj3" fmla="val 15066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0" name="Google Shape;3070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850" y="3694589"/>
            <a:ext cx="1306575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1" name="Google Shape;3071;p34"/>
          <p:cNvSpPr/>
          <p:nvPr/>
        </p:nvSpPr>
        <p:spPr>
          <a:xfrm rot="5400000" flipH="1">
            <a:off x="-383111" y="-1285175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34"/>
          <p:cNvSpPr/>
          <p:nvPr/>
        </p:nvSpPr>
        <p:spPr>
          <a:xfrm flipH="1">
            <a:off x="-87012" y="-979068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3" name="Google Shape;30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4494" y="748521"/>
            <a:ext cx="1013918" cy="7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4" name="Google Shape;3074;p34"/>
          <p:cNvSpPr/>
          <p:nvPr/>
        </p:nvSpPr>
        <p:spPr>
          <a:xfrm rot="-5400000" flipH="1">
            <a:off x="6829239" y="4604100"/>
            <a:ext cx="2033700" cy="2033700"/>
          </a:xfrm>
          <a:prstGeom prst="blockArc">
            <a:avLst>
              <a:gd name="adj1" fmla="val 5958233"/>
              <a:gd name="adj2" fmla="val 16931427"/>
              <a:gd name="adj3" fmla="val 19901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5" name="Google Shape;3075;p34"/>
          <p:cNvSpPr/>
          <p:nvPr/>
        </p:nvSpPr>
        <p:spPr>
          <a:xfrm rot="10800000" flipH="1">
            <a:off x="6912341" y="4676592"/>
            <a:ext cx="1654500" cy="165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6" name="Google Shape;307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7494" y="4676596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7" name="Google Shape;307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8956" y="2685121"/>
            <a:ext cx="1013918" cy="7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8" name="Google Shape;30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2166" y="-427950"/>
            <a:ext cx="1217532" cy="87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●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○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dvent Pro"/>
              <a:buChar char="■"/>
              <a:defRPr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8" r:id="rId6"/>
    <p:sldLayoutId id="2147483660" r:id="rId7"/>
    <p:sldLayoutId id="2147483661" r:id="rId8"/>
    <p:sldLayoutId id="2147483662" r:id="rId9"/>
    <p:sldLayoutId id="2147483665" r:id="rId10"/>
    <p:sldLayoutId id="2147483666" r:id="rId11"/>
    <p:sldLayoutId id="2147483670" r:id="rId12"/>
    <p:sldLayoutId id="2147483671" r:id="rId13"/>
    <p:sldLayoutId id="2147483672" r:id="rId14"/>
    <p:sldLayoutId id="2147483674" r:id="rId15"/>
    <p:sldLayoutId id="2147483677" r:id="rId16"/>
    <p:sldLayoutId id="2147483679" r:id="rId17"/>
    <p:sldLayoutId id="2147483680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9" name="Google Shape;30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25" y="1946150"/>
            <a:ext cx="3633650" cy="2419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90" name="Google Shape;3090;p38"/>
          <p:cNvGrpSpPr/>
          <p:nvPr/>
        </p:nvGrpSpPr>
        <p:grpSpPr>
          <a:xfrm>
            <a:off x="251783" y="4096069"/>
            <a:ext cx="2227588" cy="726522"/>
            <a:chOff x="3799000" y="1820400"/>
            <a:chExt cx="1039375" cy="338989"/>
          </a:xfrm>
        </p:grpSpPr>
        <p:sp>
          <p:nvSpPr>
            <p:cNvPr id="3091" name="Google Shape;3091;p38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38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38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38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8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8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8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8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8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8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8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8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8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8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8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8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38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38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38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38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38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38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38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38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38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38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38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38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38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38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38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38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38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38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38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38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27" name="Google Shape;3127;p38"/>
          <p:cNvGrpSpPr/>
          <p:nvPr/>
        </p:nvGrpSpPr>
        <p:grpSpPr>
          <a:xfrm>
            <a:off x="2374531" y="-1877848"/>
            <a:ext cx="745392" cy="771458"/>
            <a:chOff x="3962987" y="1472625"/>
            <a:chExt cx="316663" cy="327750"/>
          </a:xfrm>
        </p:grpSpPr>
        <p:grpSp>
          <p:nvGrpSpPr>
            <p:cNvPr id="3128" name="Google Shape;3128;p38"/>
            <p:cNvGrpSpPr/>
            <p:nvPr/>
          </p:nvGrpSpPr>
          <p:grpSpPr>
            <a:xfrm>
              <a:off x="3962987" y="1472625"/>
              <a:ext cx="316663" cy="58800"/>
              <a:chOff x="3962987" y="1472625"/>
              <a:chExt cx="316663" cy="58800"/>
            </a:xfrm>
          </p:grpSpPr>
          <p:sp>
            <p:nvSpPr>
              <p:cNvPr id="3129" name="Google Shape;3129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3" name="Google Shape;3133;p38"/>
            <p:cNvGrpSpPr/>
            <p:nvPr/>
          </p:nvGrpSpPr>
          <p:grpSpPr>
            <a:xfrm>
              <a:off x="3962987" y="1562275"/>
              <a:ext cx="316663" cy="58800"/>
              <a:chOff x="3962987" y="1472625"/>
              <a:chExt cx="316663" cy="58800"/>
            </a:xfrm>
          </p:grpSpPr>
          <p:sp>
            <p:nvSpPr>
              <p:cNvPr id="3134" name="Google Shape;3134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38" name="Google Shape;3138;p38"/>
            <p:cNvGrpSpPr/>
            <p:nvPr/>
          </p:nvGrpSpPr>
          <p:grpSpPr>
            <a:xfrm>
              <a:off x="3962987" y="1651925"/>
              <a:ext cx="316663" cy="58800"/>
              <a:chOff x="3962987" y="1472625"/>
              <a:chExt cx="316663" cy="58800"/>
            </a:xfrm>
          </p:grpSpPr>
          <p:sp>
            <p:nvSpPr>
              <p:cNvPr id="3139" name="Google Shape;3139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43" name="Google Shape;3143;p38"/>
            <p:cNvGrpSpPr/>
            <p:nvPr/>
          </p:nvGrpSpPr>
          <p:grpSpPr>
            <a:xfrm>
              <a:off x="3962987" y="1741575"/>
              <a:ext cx="316663" cy="58800"/>
              <a:chOff x="3962987" y="1472625"/>
              <a:chExt cx="316663" cy="58800"/>
            </a:xfrm>
          </p:grpSpPr>
          <p:sp>
            <p:nvSpPr>
              <p:cNvPr id="3144" name="Google Shape;3144;p38"/>
              <p:cNvSpPr/>
              <p:nvPr/>
            </p:nvSpPr>
            <p:spPr>
              <a:xfrm>
                <a:off x="4220850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38"/>
              <p:cNvSpPr/>
              <p:nvPr/>
            </p:nvSpPr>
            <p:spPr>
              <a:xfrm>
                <a:off x="4134896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38"/>
              <p:cNvSpPr/>
              <p:nvPr/>
            </p:nvSpPr>
            <p:spPr>
              <a:xfrm>
                <a:off x="4048941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38"/>
              <p:cNvSpPr/>
              <p:nvPr/>
            </p:nvSpPr>
            <p:spPr>
              <a:xfrm>
                <a:off x="3962987" y="14726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48" name="Google Shape;3148;p38"/>
          <p:cNvSpPr txBox="1">
            <a:spLocks noGrp="1"/>
          </p:cNvSpPr>
          <p:nvPr>
            <p:ph type="ctrTitle"/>
          </p:nvPr>
        </p:nvSpPr>
        <p:spPr>
          <a:xfrm>
            <a:off x="3050718" y="1138727"/>
            <a:ext cx="5868642" cy="18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6000" dirty="0"/>
              <a:t>PHISHING AWARENESS TRAINING</a:t>
            </a:r>
            <a:endParaRPr sz="6000" dirty="0"/>
          </a:p>
        </p:txBody>
      </p:sp>
      <p:sp>
        <p:nvSpPr>
          <p:cNvPr id="3149" name="Google Shape;3149;p38"/>
          <p:cNvSpPr txBox="1">
            <a:spLocks noGrp="1"/>
          </p:cNvSpPr>
          <p:nvPr>
            <p:ph type="subTitle" idx="1"/>
          </p:nvPr>
        </p:nvSpPr>
        <p:spPr>
          <a:xfrm>
            <a:off x="4792651" y="2923319"/>
            <a:ext cx="3335361" cy="1383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Remsha Imtiaz</a:t>
            </a:r>
          </a:p>
          <a:p>
            <a:pPr marL="0" lvl="0" indent="0"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 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CA/DF1//33484</a:t>
            </a:r>
          </a:p>
          <a:p>
            <a:pPr marL="0" lvl="0" indent="0"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: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ALPHA</a:t>
            </a:r>
          </a:p>
          <a:p>
            <a:pPr marL="0" lvl="0" indent="0"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</a:t>
            </a:r>
            <a:endParaRPr b="1" u="sng" dirty="0"/>
          </a:p>
        </p:txBody>
      </p:sp>
      <p:pic>
        <p:nvPicPr>
          <p:cNvPr id="3151" name="Google Shape;315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5468" y="918625"/>
            <a:ext cx="1796913" cy="2844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2" name="Google Shape;315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9100" y="1780150"/>
            <a:ext cx="923250" cy="121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3" name="Google Shape;3153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9125" y="2726398"/>
            <a:ext cx="1662625" cy="17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4" name="Google Shape;3154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8075" y="2867343"/>
            <a:ext cx="923250" cy="1167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4" name="Google Shape;3164;p39"/>
          <p:cNvGrpSpPr/>
          <p:nvPr/>
        </p:nvGrpSpPr>
        <p:grpSpPr>
          <a:xfrm>
            <a:off x="2139558" y="81885"/>
            <a:ext cx="1654433" cy="326624"/>
            <a:chOff x="7549958" y="-1584240"/>
            <a:chExt cx="1654433" cy="326624"/>
          </a:xfrm>
        </p:grpSpPr>
        <p:sp>
          <p:nvSpPr>
            <p:cNvPr id="3165" name="Google Shape;3165;p39"/>
            <p:cNvSpPr/>
            <p:nvPr/>
          </p:nvSpPr>
          <p:spPr>
            <a:xfrm>
              <a:off x="9078371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39"/>
            <p:cNvSpPr/>
            <p:nvPr/>
          </p:nvSpPr>
          <p:spPr>
            <a:xfrm>
              <a:off x="8696268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39"/>
            <p:cNvSpPr/>
            <p:nvPr/>
          </p:nvSpPr>
          <p:spPr>
            <a:xfrm>
              <a:off x="8314164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39"/>
            <p:cNvSpPr/>
            <p:nvPr/>
          </p:nvSpPr>
          <p:spPr>
            <a:xfrm>
              <a:off x="8123113" y="-1584240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39"/>
            <p:cNvSpPr/>
            <p:nvPr/>
          </p:nvSpPr>
          <p:spPr>
            <a:xfrm>
              <a:off x="8887319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39"/>
            <p:cNvSpPr/>
            <p:nvPr/>
          </p:nvSpPr>
          <p:spPr>
            <a:xfrm>
              <a:off x="9078371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39"/>
            <p:cNvSpPr/>
            <p:nvPr/>
          </p:nvSpPr>
          <p:spPr>
            <a:xfrm>
              <a:off x="8314164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39"/>
            <p:cNvSpPr/>
            <p:nvPr/>
          </p:nvSpPr>
          <p:spPr>
            <a:xfrm>
              <a:off x="8505216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39"/>
            <p:cNvSpPr/>
            <p:nvPr/>
          </p:nvSpPr>
          <p:spPr>
            <a:xfrm>
              <a:off x="8123113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39"/>
            <p:cNvSpPr/>
            <p:nvPr/>
          </p:nvSpPr>
          <p:spPr>
            <a:xfrm>
              <a:off x="7741009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39"/>
            <p:cNvSpPr/>
            <p:nvPr/>
          </p:nvSpPr>
          <p:spPr>
            <a:xfrm>
              <a:off x="7932061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39"/>
            <p:cNvSpPr/>
            <p:nvPr/>
          </p:nvSpPr>
          <p:spPr>
            <a:xfrm>
              <a:off x="7549958" y="-1383636"/>
              <a:ext cx="126020" cy="12602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6ADAD762-1CEE-A909-2D7F-847C1F47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59" y="538592"/>
            <a:ext cx="7717500" cy="738900"/>
          </a:xfrm>
        </p:spPr>
        <p:txBody>
          <a:bodyPr/>
          <a:lstStyle/>
          <a:p>
            <a:r>
              <a:rPr lang="en-US" u="sng" dirty="0"/>
              <a:t>Contents</a:t>
            </a:r>
            <a:endParaRPr lang="en-PK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F8AA7A-4FA7-34CC-6535-4ACB74BD2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09" y="1608180"/>
            <a:ext cx="3149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Phishing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Importance and Risks of Phishing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Phishing Attacks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 Phishing Emails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Detecting Fake Websites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Engineering Techniques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D67EC2-DDA6-04CA-FBA6-F2ED45D0C92B}"/>
              </a:ext>
            </a:extLst>
          </p:cNvPr>
          <p:cNvSpPr txBox="1"/>
          <p:nvPr/>
        </p:nvSpPr>
        <p:spPr>
          <a:xfrm>
            <a:off x="3905409" y="1608180"/>
            <a:ext cx="48895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Case Study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Preventive Measures and Best Practices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Security Controls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 to Phishing Attacks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Quiz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References</a:t>
            </a:r>
            <a:endParaRPr lang="en-PK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1" name="Google Shape;3411;p42"/>
          <p:cNvSpPr txBox="1">
            <a:spLocks noGrp="1"/>
          </p:cNvSpPr>
          <p:nvPr>
            <p:ph type="title"/>
          </p:nvPr>
        </p:nvSpPr>
        <p:spPr>
          <a:xfrm>
            <a:off x="2026805" y="1777256"/>
            <a:ext cx="50859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INTRODUCTION</a:t>
            </a:r>
            <a:endParaRPr u="sng" dirty="0"/>
          </a:p>
        </p:txBody>
      </p:sp>
      <p:sp>
        <p:nvSpPr>
          <p:cNvPr id="3412" name="Google Shape;3412;p42"/>
          <p:cNvSpPr txBox="1">
            <a:spLocks noGrp="1"/>
          </p:cNvSpPr>
          <p:nvPr>
            <p:ph type="subTitle" idx="1"/>
          </p:nvPr>
        </p:nvSpPr>
        <p:spPr>
          <a:xfrm>
            <a:off x="1008187" y="2711450"/>
            <a:ext cx="7127625" cy="12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dirty="0">
                <a:latin typeface="+mn-lt"/>
              </a:rPr>
              <a:t>Phishing is a type of </a:t>
            </a:r>
            <a:r>
              <a:rPr lang="en-US" b="1" dirty="0">
                <a:latin typeface="+mn-lt"/>
              </a:rPr>
              <a:t>cyber attack</a:t>
            </a:r>
            <a:r>
              <a:rPr lang="en-US" dirty="0">
                <a:latin typeface="+mn-lt"/>
              </a:rPr>
              <a:t> where attackers impersonate legitimate entities to steal sensitive data such as: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Usernames and passwords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Banking details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Personal information</a:t>
            </a:r>
          </a:p>
          <a:p>
            <a:pPr algn="l"/>
            <a:r>
              <a:rPr lang="en-US" dirty="0">
                <a:latin typeface="+mn-lt"/>
              </a:rPr>
              <a:t>It is one of the most common forms of cybercrime due to its </a:t>
            </a:r>
            <a:r>
              <a:rPr lang="en-US" b="1" dirty="0">
                <a:latin typeface="+mn-lt"/>
              </a:rPr>
              <a:t>low cost and high success rate</a:t>
            </a:r>
            <a:r>
              <a:rPr lang="en-US" dirty="0">
                <a:latin typeface="+mn-lt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3445" name="Google Shape;3445;p42"/>
          <p:cNvGrpSpPr/>
          <p:nvPr/>
        </p:nvGrpSpPr>
        <p:grpSpPr>
          <a:xfrm>
            <a:off x="2978333" y="5720819"/>
            <a:ext cx="2227588" cy="726522"/>
            <a:chOff x="3799000" y="1820400"/>
            <a:chExt cx="1039375" cy="338989"/>
          </a:xfrm>
        </p:grpSpPr>
        <p:sp>
          <p:nvSpPr>
            <p:cNvPr id="3446" name="Google Shape;3446;p42"/>
            <p:cNvSpPr/>
            <p:nvPr/>
          </p:nvSpPr>
          <p:spPr>
            <a:xfrm>
              <a:off x="469043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42"/>
            <p:cNvSpPr/>
            <p:nvPr/>
          </p:nvSpPr>
          <p:spPr>
            <a:xfrm>
              <a:off x="469043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42"/>
            <p:cNvSpPr/>
            <p:nvPr/>
          </p:nvSpPr>
          <p:spPr>
            <a:xfrm>
              <a:off x="477957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42"/>
            <p:cNvSpPr/>
            <p:nvPr/>
          </p:nvSpPr>
          <p:spPr>
            <a:xfrm>
              <a:off x="4601288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42"/>
            <p:cNvSpPr/>
            <p:nvPr/>
          </p:nvSpPr>
          <p:spPr>
            <a:xfrm>
              <a:off x="442300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42"/>
            <p:cNvSpPr/>
            <p:nvPr/>
          </p:nvSpPr>
          <p:spPr>
            <a:xfrm>
              <a:off x="442300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42"/>
            <p:cNvSpPr/>
            <p:nvPr/>
          </p:nvSpPr>
          <p:spPr>
            <a:xfrm>
              <a:off x="442300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42"/>
            <p:cNvSpPr/>
            <p:nvPr/>
          </p:nvSpPr>
          <p:spPr>
            <a:xfrm>
              <a:off x="4512145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42"/>
            <p:cNvSpPr/>
            <p:nvPr/>
          </p:nvSpPr>
          <p:spPr>
            <a:xfrm>
              <a:off x="4512145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42"/>
            <p:cNvSpPr/>
            <p:nvPr/>
          </p:nvSpPr>
          <p:spPr>
            <a:xfrm>
              <a:off x="4512145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42"/>
            <p:cNvSpPr/>
            <p:nvPr/>
          </p:nvSpPr>
          <p:spPr>
            <a:xfrm>
              <a:off x="433385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42"/>
            <p:cNvSpPr/>
            <p:nvPr/>
          </p:nvSpPr>
          <p:spPr>
            <a:xfrm>
              <a:off x="4333859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42"/>
            <p:cNvSpPr/>
            <p:nvPr/>
          </p:nvSpPr>
          <p:spPr>
            <a:xfrm>
              <a:off x="433385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42"/>
            <p:cNvSpPr/>
            <p:nvPr/>
          </p:nvSpPr>
          <p:spPr>
            <a:xfrm>
              <a:off x="433385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42"/>
            <p:cNvSpPr/>
            <p:nvPr/>
          </p:nvSpPr>
          <p:spPr>
            <a:xfrm>
              <a:off x="4155572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42"/>
            <p:cNvSpPr/>
            <p:nvPr/>
          </p:nvSpPr>
          <p:spPr>
            <a:xfrm>
              <a:off x="4155572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42"/>
            <p:cNvSpPr/>
            <p:nvPr/>
          </p:nvSpPr>
          <p:spPr>
            <a:xfrm>
              <a:off x="4155572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42"/>
            <p:cNvSpPr/>
            <p:nvPr/>
          </p:nvSpPr>
          <p:spPr>
            <a:xfrm>
              <a:off x="4155572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42"/>
            <p:cNvSpPr/>
            <p:nvPr/>
          </p:nvSpPr>
          <p:spPr>
            <a:xfrm>
              <a:off x="424471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42"/>
            <p:cNvSpPr/>
            <p:nvPr/>
          </p:nvSpPr>
          <p:spPr>
            <a:xfrm>
              <a:off x="424471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42"/>
            <p:cNvSpPr/>
            <p:nvPr/>
          </p:nvSpPr>
          <p:spPr>
            <a:xfrm>
              <a:off x="424471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42"/>
            <p:cNvSpPr/>
            <p:nvPr/>
          </p:nvSpPr>
          <p:spPr>
            <a:xfrm>
              <a:off x="424471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42"/>
            <p:cNvSpPr/>
            <p:nvPr/>
          </p:nvSpPr>
          <p:spPr>
            <a:xfrm>
              <a:off x="4066429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42"/>
            <p:cNvSpPr/>
            <p:nvPr/>
          </p:nvSpPr>
          <p:spPr>
            <a:xfrm>
              <a:off x="4066429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42"/>
            <p:cNvSpPr/>
            <p:nvPr/>
          </p:nvSpPr>
          <p:spPr>
            <a:xfrm>
              <a:off x="4066429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42"/>
            <p:cNvSpPr/>
            <p:nvPr/>
          </p:nvSpPr>
          <p:spPr>
            <a:xfrm>
              <a:off x="3888143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42"/>
            <p:cNvSpPr/>
            <p:nvPr/>
          </p:nvSpPr>
          <p:spPr>
            <a:xfrm>
              <a:off x="3888143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42"/>
            <p:cNvSpPr/>
            <p:nvPr/>
          </p:nvSpPr>
          <p:spPr>
            <a:xfrm>
              <a:off x="3888143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42"/>
            <p:cNvSpPr/>
            <p:nvPr/>
          </p:nvSpPr>
          <p:spPr>
            <a:xfrm>
              <a:off x="3977286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42"/>
            <p:cNvSpPr/>
            <p:nvPr/>
          </p:nvSpPr>
          <p:spPr>
            <a:xfrm>
              <a:off x="3977286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42"/>
            <p:cNvSpPr/>
            <p:nvPr/>
          </p:nvSpPr>
          <p:spPr>
            <a:xfrm>
              <a:off x="3977286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42"/>
            <p:cNvSpPr/>
            <p:nvPr/>
          </p:nvSpPr>
          <p:spPr>
            <a:xfrm>
              <a:off x="3977286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42"/>
            <p:cNvSpPr/>
            <p:nvPr/>
          </p:nvSpPr>
          <p:spPr>
            <a:xfrm>
              <a:off x="3799000" y="18204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42"/>
            <p:cNvSpPr/>
            <p:nvPr/>
          </p:nvSpPr>
          <p:spPr>
            <a:xfrm>
              <a:off x="3799000" y="191379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42"/>
            <p:cNvSpPr/>
            <p:nvPr/>
          </p:nvSpPr>
          <p:spPr>
            <a:xfrm>
              <a:off x="3799000" y="200719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42"/>
            <p:cNvSpPr/>
            <p:nvPr/>
          </p:nvSpPr>
          <p:spPr>
            <a:xfrm>
              <a:off x="3799000" y="210058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4538D7D-1150-6A94-0795-3D1E459CB0F1}"/>
              </a:ext>
            </a:extLst>
          </p:cNvPr>
          <p:cNvGrpSpPr/>
          <p:nvPr/>
        </p:nvGrpSpPr>
        <p:grpSpPr>
          <a:xfrm>
            <a:off x="1597835" y="-81427"/>
            <a:ext cx="5517140" cy="1955674"/>
            <a:chOff x="1705329" y="419726"/>
            <a:chExt cx="5517140" cy="1955674"/>
          </a:xfrm>
        </p:grpSpPr>
        <p:grpSp>
          <p:nvGrpSpPr>
            <p:cNvPr id="3304" name="Google Shape;3304;p42"/>
            <p:cNvGrpSpPr/>
            <p:nvPr/>
          </p:nvGrpSpPr>
          <p:grpSpPr>
            <a:xfrm>
              <a:off x="4994880" y="813716"/>
              <a:ext cx="2227589" cy="1527191"/>
              <a:chOff x="5519300" y="372750"/>
              <a:chExt cx="1039375" cy="712575"/>
            </a:xfrm>
          </p:grpSpPr>
          <p:sp>
            <p:nvSpPr>
              <p:cNvPr id="3305" name="Google Shape;3305;p42"/>
              <p:cNvSpPr/>
              <p:nvPr/>
            </p:nvSpPr>
            <p:spPr>
              <a:xfrm>
                <a:off x="6410732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6" name="Google Shape;3306;p42"/>
              <p:cNvSpPr/>
              <p:nvPr/>
            </p:nvSpPr>
            <p:spPr>
              <a:xfrm>
                <a:off x="6410732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7" name="Google Shape;3307;p42"/>
              <p:cNvSpPr/>
              <p:nvPr/>
            </p:nvSpPr>
            <p:spPr>
              <a:xfrm>
                <a:off x="6410732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8" name="Google Shape;3308;p42"/>
              <p:cNvSpPr/>
              <p:nvPr/>
            </p:nvSpPr>
            <p:spPr>
              <a:xfrm>
                <a:off x="6410732" y="839732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9" name="Google Shape;3309;p42"/>
              <p:cNvSpPr/>
              <p:nvPr/>
            </p:nvSpPr>
            <p:spPr>
              <a:xfrm>
                <a:off x="6499875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0" name="Google Shape;3310;p42"/>
              <p:cNvSpPr/>
              <p:nvPr/>
            </p:nvSpPr>
            <p:spPr>
              <a:xfrm>
                <a:off x="6499875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1" name="Google Shape;3311;p42"/>
              <p:cNvSpPr/>
              <p:nvPr/>
            </p:nvSpPr>
            <p:spPr>
              <a:xfrm>
                <a:off x="6499875" y="74633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2" name="Google Shape;3312;p42"/>
              <p:cNvSpPr/>
              <p:nvPr/>
            </p:nvSpPr>
            <p:spPr>
              <a:xfrm>
                <a:off x="6499875" y="93312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3" name="Google Shape;3313;p42"/>
              <p:cNvSpPr/>
              <p:nvPr/>
            </p:nvSpPr>
            <p:spPr>
              <a:xfrm>
                <a:off x="6499875" y="10265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4" name="Google Shape;3314;p42"/>
              <p:cNvSpPr/>
              <p:nvPr/>
            </p:nvSpPr>
            <p:spPr>
              <a:xfrm>
                <a:off x="6321588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5" name="Google Shape;3315;p42"/>
              <p:cNvSpPr/>
              <p:nvPr/>
            </p:nvSpPr>
            <p:spPr>
              <a:xfrm>
                <a:off x="6321588" y="46614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6" name="Google Shape;3316;p42"/>
              <p:cNvSpPr/>
              <p:nvPr/>
            </p:nvSpPr>
            <p:spPr>
              <a:xfrm>
                <a:off x="6321588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7" name="Google Shape;3317;p42"/>
              <p:cNvSpPr/>
              <p:nvPr/>
            </p:nvSpPr>
            <p:spPr>
              <a:xfrm>
                <a:off x="6321588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8" name="Google Shape;3318;p42"/>
              <p:cNvSpPr/>
              <p:nvPr/>
            </p:nvSpPr>
            <p:spPr>
              <a:xfrm>
                <a:off x="6321588" y="93312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9" name="Google Shape;3319;p42"/>
              <p:cNvSpPr/>
              <p:nvPr/>
            </p:nvSpPr>
            <p:spPr>
              <a:xfrm>
                <a:off x="6321588" y="10265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0" name="Google Shape;3320;p42"/>
              <p:cNvSpPr/>
              <p:nvPr/>
            </p:nvSpPr>
            <p:spPr>
              <a:xfrm>
                <a:off x="6143302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1" name="Google Shape;3321;p42"/>
              <p:cNvSpPr/>
              <p:nvPr/>
            </p:nvSpPr>
            <p:spPr>
              <a:xfrm>
                <a:off x="6143302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2" name="Google Shape;3322;p42"/>
              <p:cNvSpPr/>
              <p:nvPr/>
            </p:nvSpPr>
            <p:spPr>
              <a:xfrm>
                <a:off x="6143302" y="74633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3" name="Google Shape;3323;p42"/>
              <p:cNvSpPr/>
              <p:nvPr/>
            </p:nvSpPr>
            <p:spPr>
              <a:xfrm>
                <a:off x="6143302" y="93312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4" name="Google Shape;3324;p42"/>
              <p:cNvSpPr/>
              <p:nvPr/>
            </p:nvSpPr>
            <p:spPr>
              <a:xfrm>
                <a:off x="6143302" y="10265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5" name="Google Shape;3325;p42"/>
              <p:cNvSpPr/>
              <p:nvPr/>
            </p:nvSpPr>
            <p:spPr>
              <a:xfrm>
                <a:off x="6232445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6" name="Google Shape;3326;p42"/>
              <p:cNvSpPr/>
              <p:nvPr/>
            </p:nvSpPr>
            <p:spPr>
              <a:xfrm>
                <a:off x="6232445" y="46614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7" name="Google Shape;3327;p42"/>
              <p:cNvSpPr/>
              <p:nvPr/>
            </p:nvSpPr>
            <p:spPr>
              <a:xfrm>
                <a:off x="6232445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8" name="Google Shape;3328;p42"/>
              <p:cNvSpPr/>
              <p:nvPr/>
            </p:nvSpPr>
            <p:spPr>
              <a:xfrm>
                <a:off x="6232445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9" name="Google Shape;3329;p42"/>
              <p:cNvSpPr/>
              <p:nvPr/>
            </p:nvSpPr>
            <p:spPr>
              <a:xfrm>
                <a:off x="6232445" y="74633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0" name="Google Shape;3330;p42"/>
              <p:cNvSpPr/>
              <p:nvPr/>
            </p:nvSpPr>
            <p:spPr>
              <a:xfrm>
                <a:off x="6232445" y="93312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1" name="Google Shape;3331;p42"/>
              <p:cNvSpPr/>
              <p:nvPr/>
            </p:nvSpPr>
            <p:spPr>
              <a:xfrm>
                <a:off x="6054159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42"/>
              <p:cNvSpPr/>
              <p:nvPr/>
            </p:nvSpPr>
            <p:spPr>
              <a:xfrm>
                <a:off x="6054159" y="46614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42"/>
              <p:cNvSpPr/>
              <p:nvPr/>
            </p:nvSpPr>
            <p:spPr>
              <a:xfrm>
                <a:off x="6054159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42"/>
              <p:cNvSpPr/>
              <p:nvPr/>
            </p:nvSpPr>
            <p:spPr>
              <a:xfrm>
                <a:off x="6054159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42"/>
              <p:cNvSpPr/>
              <p:nvPr/>
            </p:nvSpPr>
            <p:spPr>
              <a:xfrm>
                <a:off x="6054159" y="74633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42"/>
              <p:cNvSpPr/>
              <p:nvPr/>
            </p:nvSpPr>
            <p:spPr>
              <a:xfrm>
                <a:off x="6054159" y="93312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42"/>
              <p:cNvSpPr/>
              <p:nvPr/>
            </p:nvSpPr>
            <p:spPr>
              <a:xfrm>
                <a:off x="6054159" y="10265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42"/>
              <p:cNvSpPr/>
              <p:nvPr/>
            </p:nvSpPr>
            <p:spPr>
              <a:xfrm>
                <a:off x="5875872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42"/>
              <p:cNvSpPr/>
              <p:nvPr/>
            </p:nvSpPr>
            <p:spPr>
              <a:xfrm>
                <a:off x="5875872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42"/>
              <p:cNvSpPr/>
              <p:nvPr/>
            </p:nvSpPr>
            <p:spPr>
              <a:xfrm>
                <a:off x="5875872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42"/>
              <p:cNvSpPr/>
              <p:nvPr/>
            </p:nvSpPr>
            <p:spPr>
              <a:xfrm>
                <a:off x="5875872" y="839732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42"/>
              <p:cNvSpPr/>
              <p:nvPr/>
            </p:nvSpPr>
            <p:spPr>
              <a:xfrm>
                <a:off x="5965016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42"/>
              <p:cNvSpPr/>
              <p:nvPr/>
            </p:nvSpPr>
            <p:spPr>
              <a:xfrm>
                <a:off x="5965016" y="46614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4" name="Google Shape;3344;p42"/>
              <p:cNvSpPr/>
              <p:nvPr/>
            </p:nvSpPr>
            <p:spPr>
              <a:xfrm>
                <a:off x="5965016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5" name="Google Shape;3345;p42"/>
              <p:cNvSpPr/>
              <p:nvPr/>
            </p:nvSpPr>
            <p:spPr>
              <a:xfrm>
                <a:off x="5965016" y="839732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42"/>
              <p:cNvSpPr/>
              <p:nvPr/>
            </p:nvSpPr>
            <p:spPr>
              <a:xfrm>
                <a:off x="5965016" y="93312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42"/>
              <p:cNvSpPr/>
              <p:nvPr/>
            </p:nvSpPr>
            <p:spPr>
              <a:xfrm>
                <a:off x="5786729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42"/>
              <p:cNvSpPr/>
              <p:nvPr/>
            </p:nvSpPr>
            <p:spPr>
              <a:xfrm>
                <a:off x="5786729" y="46614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42"/>
              <p:cNvSpPr/>
              <p:nvPr/>
            </p:nvSpPr>
            <p:spPr>
              <a:xfrm>
                <a:off x="5786729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42"/>
              <p:cNvSpPr/>
              <p:nvPr/>
            </p:nvSpPr>
            <p:spPr>
              <a:xfrm>
                <a:off x="5786729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42"/>
              <p:cNvSpPr/>
              <p:nvPr/>
            </p:nvSpPr>
            <p:spPr>
              <a:xfrm>
                <a:off x="5786729" y="74633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42"/>
              <p:cNvSpPr/>
              <p:nvPr/>
            </p:nvSpPr>
            <p:spPr>
              <a:xfrm>
                <a:off x="5786729" y="839732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42"/>
              <p:cNvSpPr/>
              <p:nvPr/>
            </p:nvSpPr>
            <p:spPr>
              <a:xfrm>
                <a:off x="5786729" y="93312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42"/>
              <p:cNvSpPr/>
              <p:nvPr/>
            </p:nvSpPr>
            <p:spPr>
              <a:xfrm>
                <a:off x="5608443" y="46614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42"/>
              <p:cNvSpPr/>
              <p:nvPr/>
            </p:nvSpPr>
            <p:spPr>
              <a:xfrm>
                <a:off x="5608443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42"/>
              <p:cNvSpPr/>
              <p:nvPr/>
            </p:nvSpPr>
            <p:spPr>
              <a:xfrm>
                <a:off x="5608443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42"/>
              <p:cNvSpPr/>
              <p:nvPr/>
            </p:nvSpPr>
            <p:spPr>
              <a:xfrm>
                <a:off x="5608443" y="74633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42"/>
              <p:cNvSpPr/>
              <p:nvPr/>
            </p:nvSpPr>
            <p:spPr>
              <a:xfrm>
                <a:off x="5608443" y="839732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42"/>
              <p:cNvSpPr/>
              <p:nvPr/>
            </p:nvSpPr>
            <p:spPr>
              <a:xfrm>
                <a:off x="5608443" y="10265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42"/>
              <p:cNvSpPr/>
              <p:nvPr/>
            </p:nvSpPr>
            <p:spPr>
              <a:xfrm>
                <a:off x="5697586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42"/>
              <p:cNvSpPr/>
              <p:nvPr/>
            </p:nvSpPr>
            <p:spPr>
              <a:xfrm>
                <a:off x="5697586" y="46614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42"/>
              <p:cNvSpPr/>
              <p:nvPr/>
            </p:nvSpPr>
            <p:spPr>
              <a:xfrm>
                <a:off x="5697586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42"/>
              <p:cNvSpPr/>
              <p:nvPr/>
            </p:nvSpPr>
            <p:spPr>
              <a:xfrm>
                <a:off x="5697586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42"/>
              <p:cNvSpPr/>
              <p:nvPr/>
            </p:nvSpPr>
            <p:spPr>
              <a:xfrm>
                <a:off x="5697586" y="839732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42"/>
              <p:cNvSpPr/>
              <p:nvPr/>
            </p:nvSpPr>
            <p:spPr>
              <a:xfrm>
                <a:off x="5697586" y="93312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42"/>
              <p:cNvSpPr/>
              <p:nvPr/>
            </p:nvSpPr>
            <p:spPr>
              <a:xfrm>
                <a:off x="5697586" y="10265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42"/>
              <p:cNvSpPr/>
              <p:nvPr/>
            </p:nvSpPr>
            <p:spPr>
              <a:xfrm>
                <a:off x="5519300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42"/>
              <p:cNvSpPr/>
              <p:nvPr/>
            </p:nvSpPr>
            <p:spPr>
              <a:xfrm>
                <a:off x="5519300" y="74633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42"/>
              <p:cNvSpPr/>
              <p:nvPr/>
            </p:nvSpPr>
            <p:spPr>
              <a:xfrm>
                <a:off x="5519300" y="839732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42"/>
              <p:cNvSpPr/>
              <p:nvPr/>
            </p:nvSpPr>
            <p:spPr>
              <a:xfrm>
                <a:off x="5519300" y="93312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42"/>
              <p:cNvSpPr/>
              <p:nvPr/>
            </p:nvSpPr>
            <p:spPr>
              <a:xfrm>
                <a:off x="5519300" y="1026525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2" name="Google Shape;3372;p42"/>
            <p:cNvGrpSpPr/>
            <p:nvPr/>
          </p:nvGrpSpPr>
          <p:grpSpPr>
            <a:xfrm>
              <a:off x="1705329" y="1054278"/>
              <a:ext cx="2227588" cy="726522"/>
              <a:chOff x="3620725" y="372750"/>
              <a:chExt cx="1039375" cy="338989"/>
            </a:xfrm>
          </p:grpSpPr>
          <p:sp>
            <p:nvSpPr>
              <p:cNvPr id="3373" name="Google Shape;3373;p42"/>
              <p:cNvSpPr/>
              <p:nvPr/>
            </p:nvSpPr>
            <p:spPr>
              <a:xfrm>
                <a:off x="4512157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42"/>
              <p:cNvSpPr/>
              <p:nvPr/>
            </p:nvSpPr>
            <p:spPr>
              <a:xfrm>
                <a:off x="4512157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42"/>
              <p:cNvSpPr/>
              <p:nvPr/>
            </p:nvSpPr>
            <p:spPr>
              <a:xfrm>
                <a:off x="4512157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42"/>
              <p:cNvSpPr/>
              <p:nvPr/>
            </p:nvSpPr>
            <p:spPr>
              <a:xfrm>
                <a:off x="4601300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42"/>
              <p:cNvSpPr/>
              <p:nvPr/>
            </p:nvSpPr>
            <p:spPr>
              <a:xfrm>
                <a:off x="4601300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42"/>
              <p:cNvSpPr/>
              <p:nvPr/>
            </p:nvSpPr>
            <p:spPr>
              <a:xfrm>
                <a:off x="4423013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42"/>
              <p:cNvSpPr/>
              <p:nvPr/>
            </p:nvSpPr>
            <p:spPr>
              <a:xfrm>
                <a:off x="4423013" y="46614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42"/>
              <p:cNvSpPr/>
              <p:nvPr/>
            </p:nvSpPr>
            <p:spPr>
              <a:xfrm>
                <a:off x="4423013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42"/>
              <p:cNvSpPr/>
              <p:nvPr/>
            </p:nvSpPr>
            <p:spPr>
              <a:xfrm>
                <a:off x="4423013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42"/>
              <p:cNvSpPr/>
              <p:nvPr/>
            </p:nvSpPr>
            <p:spPr>
              <a:xfrm>
                <a:off x="4244727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42"/>
              <p:cNvSpPr/>
              <p:nvPr/>
            </p:nvSpPr>
            <p:spPr>
              <a:xfrm>
                <a:off x="4244727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42"/>
              <p:cNvSpPr/>
              <p:nvPr/>
            </p:nvSpPr>
            <p:spPr>
              <a:xfrm>
                <a:off x="4333870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42"/>
              <p:cNvSpPr/>
              <p:nvPr/>
            </p:nvSpPr>
            <p:spPr>
              <a:xfrm>
                <a:off x="4333870" y="46614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42"/>
              <p:cNvSpPr/>
              <p:nvPr/>
            </p:nvSpPr>
            <p:spPr>
              <a:xfrm>
                <a:off x="4333870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42"/>
              <p:cNvSpPr/>
              <p:nvPr/>
            </p:nvSpPr>
            <p:spPr>
              <a:xfrm>
                <a:off x="4333870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42"/>
              <p:cNvSpPr/>
              <p:nvPr/>
            </p:nvSpPr>
            <p:spPr>
              <a:xfrm>
                <a:off x="4155584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42"/>
              <p:cNvSpPr/>
              <p:nvPr/>
            </p:nvSpPr>
            <p:spPr>
              <a:xfrm>
                <a:off x="4155584" y="46614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42"/>
              <p:cNvSpPr/>
              <p:nvPr/>
            </p:nvSpPr>
            <p:spPr>
              <a:xfrm>
                <a:off x="4155584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42"/>
              <p:cNvSpPr/>
              <p:nvPr/>
            </p:nvSpPr>
            <p:spPr>
              <a:xfrm>
                <a:off x="4155584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42"/>
              <p:cNvSpPr/>
              <p:nvPr/>
            </p:nvSpPr>
            <p:spPr>
              <a:xfrm>
                <a:off x="3977297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42"/>
              <p:cNvSpPr/>
              <p:nvPr/>
            </p:nvSpPr>
            <p:spPr>
              <a:xfrm>
                <a:off x="3977297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4" name="Google Shape;3394;p42"/>
              <p:cNvSpPr/>
              <p:nvPr/>
            </p:nvSpPr>
            <p:spPr>
              <a:xfrm>
                <a:off x="3977297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42"/>
              <p:cNvSpPr/>
              <p:nvPr/>
            </p:nvSpPr>
            <p:spPr>
              <a:xfrm>
                <a:off x="4066441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42"/>
              <p:cNvSpPr/>
              <p:nvPr/>
            </p:nvSpPr>
            <p:spPr>
              <a:xfrm>
                <a:off x="4066441" y="46614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42"/>
              <p:cNvSpPr/>
              <p:nvPr/>
            </p:nvSpPr>
            <p:spPr>
              <a:xfrm>
                <a:off x="4066441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42"/>
              <p:cNvSpPr/>
              <p:nvPr/>
            </p:nvSpPr>
            <p:spPr>
              <a:xfrm>
                <a:off x="3888154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42"/>
              <p:cNvSpPr/>
              <p:nvPr/>
            </p:nvSpPr>
            <p:spPr>
              <a:xfrm>
                <a:off x="3888154" y="46614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42"/>
              <p:cNvSpPr/>
              <p:nvPr/>
            </p:nvSpPr>
            <p:spPr>
              <a:xfrm>
                <a:off x="3888154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42"/>
              <p:cNvSpPr/>
              <p:nvPr/>
            </p:nvSpPr>
            <p:spPr>
              <a:xfrm>
                <a:off x="3888154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42"/>
              <p:cNvSpPr/>
              <p:nvPr/>
            </p:nvSpPr>
            <p:spPr>
              <a:xfrm>
                <a:off x="3709868" y="46614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42"/>
              <p:cNvSpPr/>
              <p:nvPr/>
            </p:nvSpPr>
            <p:spPr>
              <a:xfrm>
                <a:off x="3709868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42"/>
              <p:cNvSpPr/>
              <p:nvPr/>
            </p:nvSpPr>
            <p:spPr>
              <a:xfrm>
                <a:off x="3709868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42"/>
              <p:cNvSpPr/>
              <p:nvPr/>
            </p:nvSpPr>
            <p:spPr>
              <a:xfrm>
                <a:off x="3799011" y="372750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42"/>
              <p:cNvSpPr/>
              <p:nvPr/>
            </p:nvSpPr>
            <p:spPr>
              <a:xfrm>
                <a:off x="3799011" y="466146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42"/>
              <p:cNvSpPr/>
              <p:nvPr/>
            </p:nvSpPr>
            <p:spPr>
              <a:xfrm>
                <a:off x="3799011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42"/>
              <p:cNvSpPr/>
              <p:nvPr/>
            </p:nvSpPr>
            <p:spPr>
              <a:xfrm>
                <a:off x="3799011" y="652939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42"/>
              <p:cNvSpPr/>
              <p:nvPr/>
            </p:nvSpPr>
            <p:spPr>
              <a:xfrm>
                <a:off x="3620725" y="559543"/>
                <a:ext cx="58800" cy="5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410" name="Google Shape;3410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56024" y="539375"/>
              <a:ext cx="1795352" cy="128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3" name="Google Shape;341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18275" y="419726"/>
              <a:ext cx="1235425" cy="1955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2" name="Google Shape;348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2211" y="1578450"/>
              <a:ext cx="951175" cy="682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1" name="Google Shape;35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210623" y="2130471"/>
            <a:ext cx="2878150" cy="19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2" name="Google Shape;359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920287" y="1465850"/>
            <a:ext cx="1400750" cy="2338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93" name="Google Shape;3593;p44"/>
          <p:cNvSpPr txBox="1">
            <a:spLocks noGrp="1"/>
          </p:cNvSpPr>
          <p:nvPr>
            <p:ph type="title"/>
          </p:nvPr>
        </p:nvSpPr>
        <p:spPr>
          <a:xfrm>
            <a:off x="877684" y="745000"/>
            <a:ext cx="38079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u="sng" dirty="0"/>
              <a:t>Why Phishing is Dangerous</a:t>
            </a:r>
            <a:endParaRPr u="sng" dirty="0"/>
          </a:p>
        </p:txBody>
      </p:sp>
      <p:pic>
        <p:nvPicPr>
          <p:cNvPr id="3595" name="Google Shape;359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8780" y="2331986"/>
            <a:ext cx="1006125" cy="1327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6" name="Google Shape;3596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41314" y="1969287"/>
            <a:ext cx="841230" cy="13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94F90-ABEB-773B-1AE7-5A78640B9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144" y="1943721"/>
            <a:ext cx="5971283" cy="2103600"/>
          </a:xfrm>
        </p:spPr>
        <p:txBody>
          <a:bodyPr/>
          <a:lstStyle/>
          <a:p>
            <a:r>
              <a:rPr lang="en-US" sz="1800" dirty="0">
                <a:latin typeface="+mn-lt"/>
              </a:rPr>
              <a:t>Can lead to </a:t>
            </a:r>
            <a:r>
              <a:rPr lang="en-US" sz="1800" b="1" dirty="0">
                <a:latin typeface="+mn-lt"/>
              </a:rPr>
              <a:t>financial loss</a:t>
            </a:r>
            <a:endParaRPr lang="en-US" sz="1800" dirty="0">
              <a:latin typeface="+mn-lt"/>
            </a:endParaRPr>
          </a:p>
          <a:p>
            <a:r>
              <a:rPr lang="en-US" sz="1800" dirty="0">
                <a:latin typeface="+mn-lt"/>
              </a:rPr>
              <a:t>Causes </a:t>
            </a:r>
            <a:r>
              <a:rPr lang="en-US" sz="1800" b="1" dirty="0">
                <a:latin typeface="+mn-lt"/>
              </a:rPr>
              <a:t>identity theft</a:t>
            </a:r>
            <a:endParaRPr lang="en-US" sz="1800" dirty="0">
              <a:latin typeface="+mn-lt"/>
            </a:endParaRPr>
          </a:p>
          <a:p>
            <a:r>
              <a:rPr lang="en-US" sz="1800" dirty="0">
                <a:latin typeface="+mn-lt"/>
              </a:rPr>
              <a:t>Compromises </a:t>
            </a:r>
            <a:r>
              <a:rPr lang="en-US" sz="1800" b="1" dirty="0">
                <a:latin typeface="+mn-lt"/>
              </a:rPr>
              <a:t>organizational data security</a:t>
            </a:r>
            <a:endParaRPr lang="en-US" sz="1800" dirty="0">
              <a:latin typeface="+mn-lt"/>
            </a:endParaRPr>
          </a:p>
          <a:p>
            <a:r>
              <a:rPr lang="en-US" sz="1800" dirty="0">
                <a:latin typeface="+mn-lt"/>
              </a:rPr>
              <a:t>Can result in </a:t>
            </a:r>
            <a:r>
              <a:rPr lang="en-US" sz="1800" b="1" dirty="0">
                <a:latin typeface="+mn-lt"/>
              </a:rPr>
              <a:t>unauthorized system access</a:t>
            </a:r>
            <a:endParaRPr lang="en-US" sz="1800" dirty="0">
              <a:latin typeface="+mn-lt"/>
            </a:endParaRPr>
          </a:p>
          <a:p>
            <a:pPr marL="165100" indent="0">
              <a:buNone/>
            </a:pPr>
            <a:endParaRPr lang="en-US" sz="1800" dirty="0">
              <a:latin typeface="+mn-lt"/>
            </a:endParaRPr>
          </a:p>
          <a:p>
            <a:pPr marL="165100" indent="0">
              <a:buNone/>
            </a:pPr>
            <a:r>
              <a:rPr lang="en-US" sz="1800" dirty="0">
                <a:latin typeface="+mn-lt"/>
              </a:rPr>
              <a:t> According to cybersecurity reports, phishing accounts for </a:t>
            </a:r>
            <a:r>
              <a:rPr lang="en-US" sz="1800" b="1" dirty="0">
                <a:latin typeface="+mn-lt"/>
              </a:rPr>
              <a:t>over 80% of security incidents</a:t>
            </a:r>
            <a:r>
              <a:rPr lang="en-US" sz="1800" dirty="0">
                <a:latin typeface="+mn-lt"/>
              </a:rPr>
              <a:t>.</a:t>
            </a:r>
          </a:p>
          <a:p>
            <a:pPr marL="165100" indent="0">
              <a:buNone/>
            </a:pPr>
            <a:endParaRPr lang="en-PK" sz="1800" dirty="0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45"/>
          <p:cNvSpPr txBox="1">
            <a:spLocks noGrp="1"/>
          </p:cNvSpPr>
          <p:nvPr>
            <p:ph type="title"/>
          </p:nvPr>
        </p:nvSpPr>
        <p:spPr>
          <a:xfrm>
            <a:off x="824654" y="6482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u="sng" dirty="0"/>
              <a:t>Types of Phishing Attacks</a:t>
            </a:r>
            <a:endParaRPr u="sng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CA993A1-ADA4-004F-7E51-62465200BFD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9336" y="1806176"/>
            <a:ext cx="630813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Phishing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Mass emails sent to many users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PK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Spear Phishing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Targeted attack on specific individuals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PK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Smishing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Phishing through SMS messages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PK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Vishing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Voice-based phishing via phone calls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3" name="Google Shape;3653;p46"/>
          <p:cNvSpPr txBox="1">
            <a:spLocks noGrp="1"/>
          </p:cNvSpPr>
          <p:nvPr>
            <p:ph type="title"/>
          </p:nvPr>
        </p:nvSpPr>
        <p:spPr>
          <a:xfrm>
            <a:off x="713411" y="526789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u="sng" dirty="0"/>
              <a:t>Email Phishing – Key Characteristics</a:t>
            </a:r>
            <a:endParaRPr u="sng" dirty="0"/>
          </a:p>
        </p:txBody>
      </p:sp>
      <p:pic>
        <p:nvPicPr>
          <p:cNvPr id="3658" name="Google Shape;365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249" y="111063"/>
            <a:ext cx="1096325" cy="7860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BF671FB-62B9-158E-5855-860B286DF3BA}"/>
              </a:ext>
            </a:extLst>
          </p:cNvPr>
          <p:cNvSpPr txBox="1"/>
          <p:nvPr/>
        </p:nvSpPr>
        <p:spPr>
          <a:xfrm>
            <a:off x="1539874" y="1764725"/>
            <a:ext cx="63595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chemeClr val="tx1"/>
                </a:solidFill>
              </a:rPr>
              <a:t>Phishing emails often contain:</a:t>
            </a:r>
          </a:p>
          <a:p>
            <a:pPr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Fake sender addresses (e.g., support@bank-secure.com)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Urgent messages (e.g., “Your account will be blocked”)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Suspicious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Attachments containing malware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4" name="Google Shape;3744;p47"/>
          <p:cNvSpPr txBox="1">
            <a:spLocks noGrp="1"/>
          </p:cNvSpPr>
          <p:nvPr>
            <p:ph type="title"/>
          </p:nvPr>
        </p:nvSpPr>
        <p:spPr>
          <a:xfrm>
            <a:off x="713250" y="159843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u="sng" dirty="0"/>
              <a:t>How to Recognize Phishing Emails</a:t>
            </a:r>
            <a:endParaRPr u="sng" dirty="0"/>
          </a:p>
        </p:txBody>
      </p:sp>
      <p:grpSp>
        <p:nvGrpSpPr>
          <p:cNvPr id="3751" name="Google Shape;3751;p47"/>
          <p:cNvGrpSpPr/>
          <p:nvPr/>
        </p:nvGrpSpPr>
        <p:grpSpPr>
          <a:xfrm>
            <a:off x="8375391" y="274915"/>
            <a:ext cx="485944" cy="339170"/>
            <a:chOff x="5265975" y="1869575"/>
            <a:chExt cx="269400" cy="128825"/>
          </a:xfrm>
        </p:grpSpPr>
        <p:cxnSp>
          <p:nvCxnSpPr>
            <p:cNvPr id="3752" name="Google Shape;3752;p47"/>
            <p:cNvCxnSpPr/>
            <p:nvPr/>
          </p:nvCxnSpPr>
          <p:spPr>
            <a:xfrm>
              <a:off x="5265975" y="1869575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3" name="Google Shape;3753;p47"/>
            <p:cNvCxnSpPr/>
            <p:nvPr/>
          </p:nvCxnSpPr>
          <p:spPr>
            <a:xfrm>
              <a:off x="5265975" y="1901781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4" name="Google Shape;3754;p47"/>
            <p:cNvCxnSpPr/>
            <p:nvPr/>
          </p:nvCxnSpPr>
          <p:spPr>
            <a:xfrm>
              <a:off x="5265975" y="1933988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5" name="Google Shape;3755;p47"/>
            <p:cNvCxnSpPr/>
            <p:nvPr/>
          </p:nvCxnSpPr>
          <p:spPr>
            <a:xfrm>
              <a:off x="5265975" y="1966194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6" name="Google Shape;3756;p47"/>
            <p:cNvCxnSpPr/>
            <p:nvPr/>
          </p:nvCxnSpPr>
          <p:spPr>
            <a:xfrm>
              <a:off x="5265975" y="1998400"/>
              <a:ext cx="269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B7BFCB7-ED52-39E7-CFAA-0002CFACDCBB}"/>
              </a:ext>
            </a:extLst>
          </p:cNvPr>
          <p:cNvSpPr txBox="1"/>
          <p:nvPr/>
        </p:nvSpPr>
        <p:spPr>
          <a:xfrm>
            <a:off x="1299988" y="898267"/>
            <a:ext cx="73036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chemeClr val="tx1"/>
                </a:solidFill>
              </a:rPr>
              <a:t>Look for the following indicators: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Mismatch in email address and sender name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Poor grammar and spelling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Unusual or urgent requests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Links that redirect to unknown websites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Unexpected attachments</a:t>
            </a:r>
          </a:p>
          <a:p>
            <a:pPr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800" dirty="0">
                <a:solidFill>
                  <a:schemeClr val="tx1"/>
                </a:solidFill>
              </a:rPr>
              <a:t>Engineering analogy: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Just like a </a:t>
            </a:r>
            <a:r>
              <a:rPr lang="en-US" sz="1800" b="1" dirty="0">
                <a:solidFill>
                  <a:schemeClr val="tx1"/>
                </a:solidFill>
              </a:rPr>
              <a:t>hairline crack indicates structural failure</a:t>
            </a:r>
            <a:r>
              <a:rPr lang="en-US" sz="1800" dirty="0">
                <a:solidFill>
                  <a:schemeClr val="tx1"/>
                </a:solidFill>
              </a:rPr>
              <a:t>, small email inconsistencies indicate a phishing attempt.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4" name="Google Shape;3824;p49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u="sng" dirty="0"/>
              <a:t>Identifying Fake Websites</a:t>
            </a:r>
            <a:endParaRPr u="sng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ACBFCB-880C-2050-99AB-D535985A1DD5}"/>
              </a:ext>
            </a:extLst>
          </p:cNvPr>
          <p:cNvSpPr txBox="1"/>
          <p:nvPr/>
        </p:nvSpPr>
        <p:spPr>
          <a:xfrm>
            <a:off x="1273174" y="1379488"/>
            <a:ext cx="75152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u="sng" dirty="0">
                <a:solidFill>
                  <a:schemeClr val="tx1"/>
                </a:solidFill>
              </a:rPr>
              <a:t>Fake websites are designed to look identical to real ones.</a:t>
            </a:r>
          </a:p>
          <a:p>
            <a:pPr>
              <a:buNone/>
            </a:pPr>
            <a:endParaRPr lang="en-US" sz="1800" b="1" u="sng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800" b="1" u="sng" dirty="0">
                <a:solidFill>
                  <a:schemeClr val="tx1"/>
                </a:solidFill>
              </a:rPr>
              <a:t>Key Signs: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URL mismatch (e.g.www.paypa1.com instead of www.paypal.com)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Absence of HTTPS (no 🔒 symbol)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Poor interface design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u="sng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u="sng" dirty="0">
                <a:solidFill>
                  <a:schemeClr val="tx1"/>
                </a:solidFill>
              </a:rPr>
              <a:t>Requests for sensitive information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7" name="Google Shape;3877;p5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u="sng" dirty="0"/>
              <a:t>Social Engineering Tactics</a:t>
            </a:r>
            <a:endParaRPr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3F03E8-7706-07FC-7BC6-A2FD0E739C0B}"/>
              </a:ext>
            </a:extLst>
          </p:cNvPr>
          <p:cNvSpPr txBox="1"/>
          <p:nvPr/>
        </p:nvSpPr>
        <p:spPr>
          <a:xfrm>
            <a:off x="1060450" y="1282155"/>
            <a:ext cx="78676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chemeClr val="tx1"/>
                </a:solidFill>
              </a:rPr>
              <a:t>Phishing relies on </a:t>
            </a:r>
            <a:r>
              <a:rPr lang="en-US" sz="1800" b="1" dirty="0">
                <a:solidFill>
                  <a:schemeClr val="tx1"/>
                </a:solidFill>
              </a:rPr>
              <a:t>human psychology</a:t>
            </a:r>
            <a:r>
              <a:rPr lang="en-US" sz="1800" dirty="0">
                <a:solidFill>
                  <a:schemeClr val="tx1"/>
                </a:solidFill>
              </a:rPr>
              <a:t>, not technical hacking.</a:t>
            </a:r>
            <a:endParaRPr lang="en-US" sz="1800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</a:rPr>
              <a:t>Common Techniques: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Urgency</a:t>
            </a:r>
            <a:r>
              <a:rPr lang="en-US" sz="1800" dirty="0">
                <a:solidFill>
                  <a:schemeClr val="tx1"/>
                </a:solidFill>
              </a:rPr>
              <a:t> → “Act immediately!”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Fear</a:t>
            </a:r>
            <a:r>
              <a:rPr lang="en-US" sz="1800" dirty="0">
                <a:solidFill>
                  <a:schemeClr val="tx1"/>
                </a:solidFill>
              </a:rPr>
              <a:t> → “Your account will be suspended”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Authority</a:t>
            </a:r>
            <a:r>
              <a:rPr lang="en-US" sz="1800" dirty="0">
                <a:solidFill>
                  <a:schemeClr val="tx1"/>
                </a:solidFill>
              </a:rPr>
              <a:t> → Pretending to be a manager or bank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Curiosity</a:t>
            </a:r>
            <a:r>
              <a:rPr lang="en-US" sz="1800" dirty="0">
                <a:solidFill>
                  <a:schemeClr val="tx1"/>
                </a:solidFill>
              </a:rPr>
              <a:t> → “You won a prize!”</a:t>
            </a:r>
          </a:p>
          <a:p>
            <a:pPr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800" dirty="0">
                <a:solidFill>
                  <a:schemeClr val="tx1"/>
                </a:solidFill>
              </a:rPr>
              <a:t> This is manipulation of </a:t>
            </a:r>
            <a:r>
              <a:rPr lang="en-US" sz="1800" b="1" dirty="0">
                <a:solidFill>
                  <a:schemeClr val="tx1"/>
                </a:solidFill>
              </a:rPr>
              <a:t>human decision-making behavior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9" name="Google Shape;4009;p52"/>
          <p:cNvSpPr/>
          <p:nvPr/>
        </p:nvSpPr>
        <p:spPr>
          <a:xfrm>
            <a:off x="7550760" y="-154026"/>
            <a:ext cx="3360600" cy="3360600"/>
          </a:xfrm>
          <a:prstGeom prst="blockArc">
            <a:avLst>
              <a:gd name="adj1" fmla="val 2830785"/>
              <a:gd name="adj2" fmla="val 18189627"/>
              <a:gd name="adj3" fmla="val 10260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10" name="Google Shape;401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2910" y="2781364"/>
            <a:ext cx="2878150" cy="191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3" name="Google Shape;401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5549" y="2157506"/>
            <a:ext cx="1450050" cy="2295457"/>
          </a:xfrm>
          <a:prstGeom prst="rect">
            <a:avLst/>
          </a:prstGeom>
          <a:noFill/>
          <a:ln>
            <a:noFill/>
          </a:ln>
        </p:spPr>
      </p:pic>
      <p:sp>
        <p:nvSpPr>
          <p:cNvPr id="4051" name="Google Shape;4051;p52"/>
          <p:cNvSpPr/>
          <p:nvPr/>
        </p:nvSpPr>
        <p:spPr>
          <a:xfrm rot="-5400000">
            <a:off x="1706050" y="-1820377"/>
            <a:ext cx="2353500" cy="2353500"/>
          </a:xfrm>
          <a:prstGeom prst="blockArc">
            <a:avLst>
              <a:gd name="adj1" fmla="val 2830785"/>
              <a:gd name="adj2" fmla="val 18113610"/>
              <a:gd name="adj3" fmla="val 14852"/>
            </a:avLst>
          </a:prstGeom>
          <a:gradFill>
            <a:gsLst>
              <a:gs pos="0">
                <a:srgbClr val="006685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2" name="Google Shape;4052;p52"/>
          <p:cNvSpPr/>
          <p:nvPr/>
        </p:nvSpPr>
        <p:spPr>
          <a:xfrm>
            <a:off x="1688700" y="-1820500"/>
            <a:ext cx="2071200" cy="2071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4" name="Google Shape;4054;p52"/>
          <p:cNvSpPr/>
          <p:nvPr/>
        </p:nvSpPr>
        <p:spPr>
          <a:xfrm>
            <a:off x="7302442" y="-124844"/>
            <a:ext cx="2957400" cy="2958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55" name="Google Shape;4055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4791" y="1699101"/>
            <a:ext cx="1052702" cy="133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6" name="Google Shape;4056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27537" y="313669"/>
            <a:ext cx="1006125" cy="132706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86E7AF-811B-2C4F-804A-53F0FC9DD63D}"/>
              </a:ext>
            </a:extLst>
          </p:cNvPr>
          <p:cNvSpPr txBox="1"/>
          <p:nvPr/>
        </p:nvSpPr>
        <p:spPr>
          <a:xfrm>
            <a:off x="1042100" y="731498"/>
            <a:ext cx="54356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buClr>
                <a:schemeClr val="dk1"/>
              </a:buClr>
              <a:buSzPts val="3600"/>
              <a:buFont typeface="Alumni Sans Pinstripe"/>
              <a:buNone/>
              <a:defRPr sz="3600" b="1" u="sng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1pPr>
            <a:lvl2pPr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2pPr>
            <a:lvl3pPr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3pPr>
            <a:lvl4pPr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4pPr>
            <a:lvl5pPr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5pPr>
            <a:lvl6pPr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6pPr>
            <a:lvl7pPr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7pPr>
            <a:lvl8pPr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8pPr>
            <a:lvl9pPr>
              <a:buClr>
                <a:schemeClr val="dk1"/>
              </a:buClr>
              <a:buSzPts val="3600"/>
              <a:buFont typeface="Alumni Sans Pinstripe"/>
              <a:buNone/>
              <a:defRPr sz="3600" b="1">
                <a:solidFill>
                  <a:schemeClr val="dk1"/>
                </a:solidFill>
                <a:latin typeface="Alumni Sans Pinstripe"/>
                <a:ea typeface="Alumni Sans Pinstripe"/>
                <a:cs typeface="Alumni Sans Pinstripe"/>
                <a:sym typeface="Alumni Sans Pinstripe"/>
              </a:defRPr>
            </a:lvl9pPr>
          </a:lstStyle>
          <a:p>
            <a:r>
              <a:rPr lang="en-US" dirty="0"/>
              <a:t>Real-World Example (Case Study)</a:t>
            </a:r>
            <a:endParaRPr lang="en-P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F2721E-4ACB-95F5-9698-F50D51923ECC}"/>
              </a:ext>
            </a:extLst>
          </p:cNvPr>
          <p:cNvSpPr txBox="1"/>
          <p:nvPr/>
        </p:nvSpPr>
        <p:spPr>
          <a:xfrm>
            <a:off x="1042100" y="1534592"/>
            <a:ext cx="753660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chemeClr val="tx1"/>
                </a:solidFill>
              </a:rPr>
              <a:t>A user receives an email claiming to be from a bank: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Message asks to “verify account details”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User clicks link → enters credentials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Attacker gains access → withdraws money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</a:rPr>
              <a:t>Result: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Financial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Account compromise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4" name="Google Shape;4154;p55"/>
          <p:cNvSpPr txBox="1">
            <a:spLocks noGrp="1"/>
          </p:cNvSpPr>
          <p:nvPr>
            <p:ph type="title"/>
          </p:nvPr>
        </p:nvSpPr>
        <p:spPr>
          <a:xfrm>
            <a:off x="1228973" y="613350"/>
            <a:ext cx="4193927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u="sng" dirty="0"/>
              <a:t>Best Practices to Avoid Phishing</a:t>
            </a:r>
            <a:endParaRPr u="sng" dirty="0"/>
          </a:p>
        </p:txBody>
      </p:sp>
      <p:grpSp>
        <p:nvGrpSpPr>
          <p:cNvPr id="4157" name="Google Shape;4157;p55"/>
          <p:cNvGrpSpPr/>
          <p:nvPr/>
        </p:nvGrpSpPr>
        <p:grpSpPr>
          <a:xfrm>
            <a:off x="5628957" y="4072468"/>
            <a:ext cx="2227588" cy="726522"/>
            <a:chOff x="5608450" y="1680311"/>
            <a:chExt cx="1039375" cy="338989"/>
          </a:xfrm>
        </p:grpSpPr>
        <p:sp>
          <p:nvSpPr>
            <p:cNvPr id="4158" name="Google Shape;4158;p55"/>
            <p:cNvSpPr/>
            <p:nvPr/>
          </p:nvSpPr>
          <p:spPr>
            <a:xfrm>
              <a:off x="649988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55"/>
            <p:cNvSpPr/>
            <p:nvPr/>
          </p:nvSpPr>
          <p:spPr>
            <a:xfrm>
              <a:off x="649988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55"/>
            <p:cNvSpPr/>
            <p:nvPr/>
          </p:nvSpPr>
          <p:spPr>
            <a:xfrm>
              <a:off x="649988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55"/>
            <p:cNvSpPr/>
            <p:nvPr/>
          </p:nvSpPr>
          <p:spPr>
            <a:xfrm>
              <a:off x="6589025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55"/>
            <p:cNvSpPr/>
            <p:nvPr/>
          </p:nvSpPr>
          <p:spPr>
            <a:xfrm>
              <a:off x="658902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55"/>
            <p:cNvSpPr/>
            <p:nvPr/>
          </p:nvSpPr>
          <p:spPr>
            <a:xfrm>
              <a:off x="6410738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55"/>
            <p:cNvSpPr/>
            <p:nvPr/>
          </p:nvSpPr>
          <p:spPr>
            <a:xfrm>
              <a:off x="6410738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5" name="Google Shape;4165;p55"/>
            <p:cNvSpPr/>
            <p:nvPr/>
          </p:nvSpPr>
          <p:spPr>
            <a:xfrm>
              <a:off x="6410738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6" name="Google Shape;4166;p55"/>
            <p:cNvSpPr/>
            <p:nvPr/>
          </p:nvSpPr>
          <p:spPr>
            <a:xfrm>
              <a:off x="623245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7" name="Google Shape;4167;p55"/>
            <p:cNvSpPr/>
            <p:nvPr/>
          </p:nvSpPr>
          <p:spPr>
            <a:xfrm>
              <a:off x="623245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8" name="Google Shape;4168;p55"/>
            <p:cNvSpPr/>
            <p:nvPr/>
          </p:nvSpPr>
          <p:spPr>
            <a:xfrm>
              <a:off x="6321595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9" name="Google Shape;4169;p55"/>
            <p:cNvSpPr/>
            <p:nvPr/>
          </p:nvSpPr>
          <p:spPr>
            <a:xfrm>
              <a:off x="6321595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0" name="Google Shape;4170;p55"/>
            <p:cNvSpPr/>
            <p:nvPr/>
          </p:nvSpPr>
          <p:spPr>
            <a:xfrm>
              <a:off x="6321595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1" name="Google Shape;4171;p55"/>
            <p:cNvSpPr/>
            <p:nvPr/>
          </p:nvSpPr>
          <p:spPr>
            <a:xfrm>
              <a:off x="614330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2" name="Google Shape;4172;p55"/>
            <p:cNvSpPr/>
            <p:nvPr/>
          </p:nvSpPr>
          <p:spPr>
            <a:xfrm>
              <a:off x="614330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3" name="Google Shape;4173;p55"/>
            <p:cNvSpPr/>
            <p:nvPr/>
          </p:nvSpPr>
          <p:spPr>
            <a:xfrm>
              <a:off x="6143309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4" name="Google Shape;4174;p55"/>
            <p:cNvSpPr/>
            <p:nvPr/>
          </p:nvSpPr>
          <p:spPr>
            <a:xfrm>
              <a:off x="614330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5" name="Google Shape;4175;p55"/>
            <p:cNvSpPr/>
            <p:nvPr/>
          </p:nvSpPr>
          <p:spPr>
            <a:xfrm>
              <a:off x="5965022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6" name="Google Shape;4176;p55"/>
            <p:cNvSpPr/>
            <p:nvPr/>
          </p:nvSpPr>
          <p:spPr>
            <a:xfrm>
              <a:off x="5965022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7" name="Google Shape;4177;p55"/>
            <p:cNvSpPr/>
            <p:nvPr/>
          </p:nvSpPr>
          <p:spPr>
            <a:xfrm>
              <a:off x="5965022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8" name="Google Shape;4178;p55"/>
            <p:cNvSpPr/>
            <p:nvPr/>
          </p:nvSpPr>
          <p:spPr>
            <a:xfrm>
              <a:off x="5965022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9" name="Google Shape;4179;p55"/>
            <p:cNvSpPr/>
            <p:nvPr/>
          </p:nvSpPr>
          <p:spPr>
            <a:xfrm>
              <a:off x="605416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0" name="Google Shape;4180;p55"/>
            <p:cNvSpPr/>
            <p:nvPr/>
          </p:nvSpPr>
          <p:spPr>
            <a:xfrm>
              <a:off x="605416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55"/>
            <p:cNvSpPr/>
            <p:nvPr/>
          </p:nvSpPr>
          <p:spPr>
            <a:xfrm>
              <a:off x="605416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2" name="Google Shape;4182;p55"/>
            <p:cNvSpPr/>
            <p:nvPr/>
          </p:nvSpPr>
          <p:spPr>
            <a:xfrm>
              <a:off x="5875879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3" name="Google Shape;4183;p55"/>
            <p:cNvSpPr/>
            <p:nvPr/>
          </p:nvSpPr>
          <p:spPr>
            <a:xfrm>
              <a:off x="5875879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4" name="Google Shape;4184;p55"/>
            <p:cNvSpPr/>
            <p:nvPr/>
          </p:nvSpPr>
          <p:spPr>
            <a:xfrm>
              <a:off x="5875879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5" name="Google Shape;4185;p55"/>
            <p:cNvSpPr/>
            <p:nvPr/>
          </p:nvSpPr>
          <p:spPr>
            <a:xfrm>
              <a:off x="5697593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6" name="Google Shape;4186;p55"/>
            <p:cNvSpPr/>
            <p:nvPr/>
          </p:nvSpPr>
          <p:spPr>
            <a:xfrm>
              <a:off x="5697593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7" name="Google Shape;4187;p55"/>
            <p:cNvSpPr/>
            <p:nvPr/>
          </p:nvSpPr>
          <p:spPr>
            <a:xfrm>
              <a:off x="5697593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8" name="Google Shape;4188;p55"/>
            <p:cNvSpPr/>
            <p:nvPr/>
          </p:nvSpPr>
          <p:spPr>
            <a:xfrm>
              <a:off x="5697593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9" name="Google Shape;4189;p55"/>
            <p:cNvSpPr/>
            <p:nvPr/>
          </p:nvSpPr>
          <p:spPr>
            <a:xfrm>
              <a:off x="5786736" y="1680311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0" name="Google Shape;4190;p55"/>
            <p:cNvSpPr/>
            <p:nvPr/>
          </p:nvSpPr>
          <p:spPr>
            <a:xfrm>
              <a:off x="5786736" y="1773707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1" name="Google Shape;4191;p55"/>
            <p:cNvSpPr/>
            <p:nvPr/>
          </p:nvSpPr>
          <p:spPr>
            <a:xfrm>
              <a:off x="5786736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2" name="Google Shape;4192;p55"/>
            <p:cNvSpPr/>
            <p:nvPr/>
          </p:nvSpPr>
          <p:spPr>
            <a:xfrm>
              <a:off x="5786736" y="196050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3" name="Google Shape;4193;p55"/>
            <p:cNvSpPr/>
            <p:nvPr/>
          </p:nvSpPr>
          <p:spPr>
            <a:xfrm>
              <a:off x="5608450" y="1867104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94" name="Google Shape;4194;p55"/>
          <p:cNvGrpSpPr/>
          <p:nvPr/>
        </p:nvGrpSpPr>
        <p:grpSpPr>
          <a:xfrm rot="5400000">
            <a:off x="7190880" y="809566"/>
            <a:ext cx="2227589" cy="1527191"/>
            <a:chOff x="5519300" y="372750"/>
            <a:chExt cx="1039375" cy="712575"/>
          </a:xfrm>
        </p:grpSpPr>
        <p:sp>
          <p:nvSpPr>
            <p:cNvPr id="4195" name="Google Shape;4195;p55"/>
            <p:cNvSpPr/>
            <p:nvPr/>
          </p:nvSpPr>
          <p:spPr>
            <a:xfrm>
              <a:off x="641073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6" name="Google Shape;4196;p55"/>
            <p:cNvSpPr/>
            <p:nvPr/>
          </p:nvSpPr>
          <p:spPr>
            <a:xfrm>
              <a:off x="641073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7" name="Google Shape;4197;p55"/>
            <p:cNvSpPr/>
            <p:nvPr/>
          </p:nvSpPr>
          <p:spPr>
            <a:xfrm>
              <a:off x="641073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55"/>
            <p:cNvSpPr/>
            <p:nvPr/>
          </p:nvSpPr>
          <p:spPr>
            <a:xfrm>
              <a:off x="641073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55"/>
            <p:cNvSpPr/>
            <p:nvPr/>
          </p:nvSpPr>
          <p:spPr>
            <a:xfrm>
              <a:off x="649987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55"/>
            <p:cNvSpPr/>
            <p:nvPr/>
          </p:nvSpPr>
          <p:spPr>
            <a:xfrm>
              <a:off x="649987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55"/>
            <p:cNvSpPr/>
            <p:nvPr/>
          </p:nvSpPr>
          <p:spPr>
            <a:xfrm>
              <a:off x="649987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55"/>
            <p:cNvSpPr/>
            <p:nvPr/>
          </p:nvSpPr>
          <p:spPr>
            <a:xfrm>
              <a:off x="649987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55"/>
            <p:cNvSpPr/>
            <p:nvPr/>
          </p:nvSpPr>
          <p:spPr>
            <a:xfrm>
              <a:off x="6499875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55"/>
            <p:cNvSpPr/>
            <p:nvPr/>
          </p:nvSpPr>
          <p:spPr>
            <a:xfrm>
              <a:off x="6321588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55"/>
            <p:cNvSpPr/>
            <p:nvPr/>
          </p:nvSpPr>
          <p:spPr>
            <a:xfrm>
              <a:off x="6321588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55"/>
            <p:cNvSpPr/>
            <p:nvPr/>
          </p:nvSpPr>
          <p:spPr>
            <a:xfrm>
              <a:off x="6321588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55"/>
            <p:cNvSpPr/>
            <p:nvPr/>
          </p:nvSpPr>
          <p:spPr>
            <a:xfrm>
              <a:off x="6321588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55"/>
            <p:cNvSpPr/>
            <p:nvPr/>
          </p:nvSpPr>
          <p:spPr>
            <a:xfrm>
              <a:off x="6321588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9" name="Google Shape;4209;p55"/>
            <p:cNvSpPr/>
            <p:nvPr/>
          </p:nvSpPr>
          <p:spPr>
            <a:xfrm>
              <a:off x="6321588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0" name="Google Shape;4210;p55"/>
            <p:cNvSpPr/>
            <p:nvPr/>
          </p:nvSpPr>
          <p:spPr>
            <a:xfrm>
              <a:off x="614330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1" name="Google Shape;4211;p55"/>
            <p:cNvSpPr/>
            <p:nvPr/>
          </p:nvSpPr>
          <p:spPr>
            <a:xfrm>
              <a:off x="614330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2" name="Google Shape;4212;p55"/>
            <p:cNvSpPr/>
            <p:nvPr/>
          </p:nvSpPr>
          <p:spPr>
            <a:xfrm>
              <a:off x="6143302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3" name="Google Shape;4213;p55"/>
            <p:cNvSpPr/>
            <p:nvPr/>
          </p:nvSpPr>
          <p:spPr>
            <a:xfrm>
              <a:off x="6143302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4" name="Google Shape;4214;p55"/>
            <p:cNvSpPr/>
            <p:nvPr/>
          </p:nvSpPr>
          <p:spPr>
            <a:xfrm>
              <a:off x="6143302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5" name="Google Shape;4215;p55"/>
            <p:cNvSpPr/>
            <p:nvPr/>
          </p:nvSpPr>
          <p:spPr>
            <a:xfrm>
              <a:off x="6232445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6" name="Google Shape;4216;p55"/>
            <p:cNvSpPr/>
            <p:nvPr/>
          </p:nvSpPr>
          <p:spPr>
            <a:xfrm>
              <a:off x="6232445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7" name="Google Shape;4217;p55"/>
            <p:cNvSpPr/>
            <p:nvPr/>
          </p:nvSpPr>
          <p:spPr>
            <a:xfrm>
              <a:off x="6232445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8" name="Google Shape;4218;p55"/>
            <p:cNvSpPr/>
            <p:nvPr/>
          </p:nvSpPr>
          <p:spPr>
            <a:xfrm>
              <a:off x="6232445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9" name="Google Shape;4219;p55"/>
            <p:cNvSpPr/>
            <p:nvPr/>
          </p:nvSpPr>
          <p:spPr>
            <a:xfrm>
              <a:off x="6232445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0" name="Google Shape;4220;p55"/>
            <p:cNvSpPr/>
            <p:nvPr/>
          </p:nvSpPr>
          <p:spPr>
            <a:xfrm>
              <a:off x="6232445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1" name="Google Shape;4221;p55"/>
            <p:cNvSpPr/>
            <p:nvPr/>
          </p:nvSpPr>
          <p:spPr>
            <a:xfrm>
              <a:off x="605415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2" name="Google Shape;4222;p55"/>
            <p:cNvSpPr/>
            <p:nvPr/>
          </p:nvSpPr>
          <p:spPr>
            <a:xfrm>
              <a:off x="605415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3" name="Google Shape;4223;p55"/>
            <p:cNvSpPr/>
            <p:nvPr/>
          </p:nvSpPr>
          <p:spPr>
            <a:xfrm>
              <a:off x="605415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4" name="Google Shape;4224;p55"/>
            <p:cNvSpPr/>
            <p:nvPr/>
          </p:nvSpPr>
          <p:spPr>
            <a:xfrm>
              <a:off x="605415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5" name="Google Shape;4225;p55"/>
            <p:cNvSpPr/>
            <p:nvPr/>
          </p:nvSpPr>
          <p:spPr>
            <a:xfrm>
              <a:off x="605415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6" name="Google Shape;4226;p55"/>
            <p:cNvSpPr/>
            <p:nvPr/>
          </p:nvSpPr>
          <p:spPr>
            <a:xfrm>
              <a:off x="605415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7" name="Google Shape;4227;p55"/>
            <p:cNvSpPr/>
            <p:nvPr/>
          </p:nvSpPr>
          <p:spPr>
            <a:xfrm>
              <a:off x="6054159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8" name="Google Shape;4228;p55"/>
            <p:cNvSpPr/>
            <p:nvPr/>
          </p:nvSpPr>
          <p:spPr>
            <a:xfrm>
              <a:off x="5875872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9" name="Google Shape;4229;p55"/>
            <p:cNvSpPr/>
            <p:nvPr/>
          </p:nvSpPr>
          <p:spPr>
            <a:xfrm>
              <a:off x="5875872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0" name="Google Shape;4230;p55"/>
            <p:cNvSpPr/>
            <p:nvPr/>
          </p:nvSpPr>
          <p:spPr>
            <a:xfrm>
              <a:off x="5875872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1" name="Google Shape;4231;p55"/>
            <p:cNvSpPr/>
            <p:nvPr/>
          </p:nvSpPr>
          <p:spPr>
            <a:xfrm>
              <a:off x="5875872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2" name="Google Shape;4232;p55"/>
            <p:cNvSpPr/>
            <p:nvPr/>
          </p:nvSpPr>
          <p:spPr>
            <a:xfrm>
              <a:off x="596501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3" name="Google Shape;4233;p55"/>
            <p:cNvSpPr/>
            <p:nvPr/>
          </p:nvSpPr>
          <p:spPr>
            <a:xfrm>
              <a:off x="596501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4" name="Google Shape;4234;p55"/>
            <p:cNvSpPr/>
            <p:nvPr/>
          </p:nvSpPr>
          <p:spPr>
            <a:xfrm>
              <a:off x="596501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5" name="Google Shape;4235;p55"/>
            <p:cNvSpPr/>
            <p:nvPr/>
          </p:nvSpPr>
          <p:spPr>
            <a:xfrm>
              <a:off x="596501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6" name="Google Shape;4236;p55"/>
            <p:cNvSpPr/>
            <p:nvPr/>
          </p:nvSpPr>
          <p:spPr>
            <a:xfrm>
              <a:off x="596501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7" name="Google Shape;4237;p55"/>
            <p:cNvSpPr/>
            <p:nvPr/>
          </p:nvSpPr>
          <p:spPr>
            <a:xfrm>
              <a:off x="5786729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8" name="Google Shape;4238;p55"/>
            <p:cNvSpPr/>
            <p:nvPr/>
          </p:nvSpPr>
          <p:spPr>
            <a:xfrm>
              <a:off x="5786729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9" name="Google Shape;4239;p55"/>
            <p:cNvSpPr/>
            <p:nvPr/>
          </p:nvSpPr>
          <p:spPr>
            <a:xfrm>
              <a:off x="5786729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0" name="Google Shape;4240;p55"/>
            <p:cNvSpPr/>
            <p:nvPr/>
          </p:nvSpPr>
          <p:spPr>
            <a:xfrm>
              <a:off x="5786729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1" name="Google Shape;4241;p55"/>
            <p:cNvSpPr/>
            <p:nvPr/>
          </p:nvSpPr>
          <p:spPr>
            <a:xfrm>
              <a:off x="5786729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2" name="Google Shape;4242;p55"/>
            <p:cNvSpPr/>
            <p:nvPr/>
          </p:nvSpPr>
          <p:spPr>
            <a:xfrm>
              <a:off x="5786729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3" name="Google Shape;4243;p55"/>
            <p:cNvSpPr/>
            <p:nvPr/>
          </p:nvSpPr>
          <p:spPr>
            <a:xfrm>
              <a:off x="5786729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4" name="Google Shape;4244;p55"/>
            <p:cNvSpPr/>
            <p:nvPr/>
          </p:nvSpPr>
          <p:spPr>
            <a:xfrm>
              <a:off x="5608443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5" name="Google Shape;4245;p55"/>
            <p:cNvSpPr/>
            <p:nvPr/>
          </p:nvSpPr>
          <p:spPr>
            <a:xfrm>
              <a:off x="5608443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6" name="Google Shape;4246;p55"/>
            <p:cNvSpPr/>
            <p:nvPr/>
          </p:nvSpPr>
          <p:spPr>
            <a:xfrm>
              <a:off x="5608443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7" name="Google Shape;4247;p55"/>
            <p:cNvSpPr/>
            <p:nvPr/>
          </p:nvSpPr>
          <p:spPr>
            <a:xfrm>
              <a:off x="5608443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8" name="Google Shape;4248;p55"/>
            <p:cNvSpPr/>
            <p:nvPr/>
          </p:nvSpPr>
          <p:spPr>
            <a:xfrm>
              <a:off x="5608443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9" name="Google Shape;4249;p55"/>
            <p:cNvSpPr/>
            <p:nvPr/>
          </p:nvSpPr>
          <p:spPr>
            <a:xfrm>
              <a:off x="5608443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0" name="Google Shape;4250;p55"/>
            <p:cNvSpPr/>
            <p:nvPr/>
          </p:nvSpPr>
          <p:spPr>
            <a:xfrm>
              <a:off x="5697586" y="372750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1" name="Google Shape;4251;p55"/>
            <p:cNvSpPr/>
            <p:nvPr/>
          </p:nvSpPr>
          <p:spPr>
            <a:xfrm>
              <a:off x="5697586" y="46614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2" name="Google Shape;4252;p55"/>
            <p:cNvSpPr/>
            <p:nvPr/>
          </p:nvSpPr>
          <p:spPr>
            <a:xfrm>
              <a:off x="5697586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3" name="Google Shape;4253;p55"/>
            <p:cNvSpPr/>
            <p:nvPr/>
          </p:nvSpPr>
          <p:spPr>
            <a:xfrm>
              <a:off x="5697586" y="65293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4" name="Google Shape;4254;p55"/>
            <p:cNvSpPr/>
            <p:nvPr/>
          </p:nvSpPr>
          <p:spPr>
            <a:xfrm>
              <a:off x="5697586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5" name="Google Shape;4255;p55"/>
            <p:cNvSpPr/>
            <p:nvPr/>
          </p:nvSpPr>
          <p:spPr>
            <a:xfrm>
              <a:off x="5697586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6" name="Google Shape;4256;p55"/>
            <p:cNvSpPr/>
            <p:nvPr/>
          </p:nvSpPr>
          <p:spPr>
            <a:xfrm>
              <a:off x="5697586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7" name="Google Shape;4257;p55"/>
            <p:cNvSpPr/>
            <p:nvPr/>
          </p:nvSpPr>
          <p:spPr>
            <a:xfrm>
              <a:off x="5519300" y="559543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8" name="Google Shape;4258;p55"/>
            <p:cNvSpPr/>
            <p:nvPr/>
          </p:nvSpPr>
          <p:spPr>
            <a:xfrm>
              <a:off x="5519300" y="746336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55"/>
            <p:cNvSpPr/>
            <p:nvPr/>
          </p:nvSpPr>
          <p:spPr>
            <a:xfrm>
              <a:off x="5519300" y="839732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55"/>
            <p:cNvSpPr/>
            <p:nvPr/>
          </p:nvSpPr>
          <p:spPr>
            <a:xfrm>
              <a:off x="5519300" y="933129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55"/>
            <p:cNvSpPr/>
            <p:nvPr/>
          </p:nvSpPr>
          <p:spPr>
            <a:xfrm>
              <a:off x="5519300" y="1026525"/>
              <a:ext cx="58800" cy="5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263" name="Google Shape;426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7946" y="680500"/>
            <a:ext cx="1602225" cy="11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4" name="Google Shape;426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4025" y="3596918"/>
            <a:ext cx="1527200" cy="1095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6" name="Google Shape;426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171477" y="1465850"/>
            <a:ext cx="1743550" cy="2910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7" name="Google Shape;4267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49349" y="2720712"/>
            <a:ext cx="936775" cy="123561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8A7A4E53-075E-159A-55D0-2CA902B3C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9" y="2246254"/>
            <a:ext cx="483337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not click unknown links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Always verify sender identity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strong, unique passwords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Two-Factor Authentication (2FA)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Never share OTPs or passwords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3" name="Google Shape;4343;p58"/>
          <p:cNvSpPr txBox="1">
            <a:spLocks noGrp="1"/>
          </p:cNvSpPr>
          <p:nvPr>
            <p:ph type="title" idx="3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u="sng" dirty="0"/>
              <a:t>Technical Preventive Measures</a:t>
            </a:r>
            <a:endParaRPr u="sng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8365D5-340F-BCD0-6BE0-6E64A3CEBBAF}"/>
              </a:ext>
            </a:extLst>
          </p:cNvPr>
          <p:cNvSpPr txBox="1"/>
          <p:nvPr/>
        </p:nvSpPr>
        <p:spPr>
          <a:xfrm>
            <a:off x="1758950" y="1848187"/>
            <a:ext cx="56261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Install antivirus and firewall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Keep software updated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Use email spam filters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Implement organizational cybersecurity policies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3" name="Google Shape;4453;p6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u="sng" dirty="0"/>
              <a:t>What to Do If You Suspect Phishing</a:t>
            </a:r>
            <a:endParaRPr u="sng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069B4B-B90D-553A-94A8-E049D84A5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0" y="1733889"/>
            <a:ext cx="521809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not click links or download attachments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 the email to IT/admin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 the email immediately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Change passwords if credentials were entered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9" name="Google Shape;4469;p61"/>
          <p:cNvPicPr preferRelativeResize="0"/>
          <p:nvPr/>
        </p:nvPicPr>
        <p:blipFill rotWithShape="1">
          <a:blip r:embed="rId3">
            <a:alphaModFix/>
          </a:blip>
          <a:srcRect t="9264"/>
          <a:stretch/>
        </p:blipFill>
        <p:spPr>
          <a:xfrm>
            <a:off x="5979109" y="678250"/>
            <a:ext cx="2777525" cy="37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4470" name="Google Shape;4470;p61"/>
          <p:cNvSpPr txBox="1">
            <a:spLocks noGrp="1"/>
          </p:cNvSpPr>
          <p:nvPr>
            <p:ph type="title"/>
          </p:nvPr>
        </p:nvSpPr>
        <p:spPr>
          <a:xfrm>
            <a:off x="1601212" y="206619"/>
            <a:ext cx="3045600" cy="7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u="sng" dirty="0"/>
              <a:t>Interactive Quiz</a:t>
            </a:r>
            <a:endParaRPr u="sng" dirty="0"/>
          </a:p>
        </p:txBody>
      </p:sp>
      <p:grpSp>
        <p:nvGrpSpPr>
          <p:cNvPr id="4472" name="Google Shape;4472;p61"/>
          <p:cNvGrpSpPr/>
          <p:nvPr/>
        </p:nvGrpSpPr>
        <p:grpSpPr>
          <a:xfrm>
            <a:off x="5843040" y="539373"/>
            <a:ext cx="3000711" cy="4064752"/>
            <a:chOff x="2641950" y="3481825"/>
            <a:chExt cx="469125" cy="635475"/>
          </a:xfrm>
        </p:grpSpPr>
        <p:sp>
          <p:nvSpPr>
            <p:cNvPr id="4473" name="Google Shape;4473;p61"/>
            <p:cNvSpPr/>
            <p:nvPr/>
          </p:nvSpPr>
          <p:spPr>
            <a:xfrm>
              <a:off x="2641950" y="3481825"/>
              <a:ext cx="469125" cy="635475"/>
            </a:xfrm>
            <a:custGeom>
              <a:avLst/>
              <a:gdLst/>
              <a:ahLst/>
              <a:cxnLst/>
              <a:rect l="l" t="t" r="r" b="b"/>
              <a:pathLst>
                <a:path w="18765" h="25419" extrusionOk="0">
                  <a:moveTo>
                    <a:pt x="17861" y="1055"/>
                  </a:moveTo>
                  <a:lnTo>
                    <a:pt x="17861" y="24364"/>
                  </a:lnTo>
                  <a:lnTo>
                    <a:pt x="896" y="24364"/>
                  </a:lnTo>
                  <a:lnTo>
                    <a:pt x="896" y="1055"/>
                  </a:lnTo>
                  <a:close/>
                  <a:moveTo>
                    <a:pt x="419" y="1"/>
                  </a:moveTo>
                  <a:cubicBezTo>
                    <a:pt x="185" y="1"/>
                    <a:pt x="1" y="193"/>
                    <a:pt x="1" y="428"/>
                  </a:cubicBezTo>
                  <a:lnTo>
                    <a:pt x="1" y="24992"/>
                  </a:lnTo>
                  <a:cubicBezTo>
                    <a:pt x="1" y="25226"/>
                    <a:pt x="185" y="25418"/>
                    <a:pt x="419" y="25418"/>
                  </a:cubicBezTo>
                  <a:lnTo>
                    <a:pt x="18338" y="25418"/>
                  </a:lnTo>
                  <a:cubicBezTo>
                    <a:pt x="18572" y="25418"/>
                    <a:pt x="18764" y="25226"/>
                    <a:pt x="18764" y="24992"/>
                  </a:cubicBezTo>
                  <a:lnTo>
                    <a:pt x="18764" y="428"/>
                  </a:lnTo>
                  <a:cubicBezTo>
                    <a:pt x="18764" y="193"/>
                    <a:pt x="18572" y="1"/>
                    <a:pt x="18338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61"/>
            <p:cNvSpPr/>
            <p:nvPr/>
          </p:nvSpPr>
          <p:spPr>
            <a:xfrm>
              <a:off x="2872325" y="3491050"/>
              <a:ext cx="8175" cy="7975"/>
            </a:xfrm>
            <a:custGeom>
              <a:avLst/>
              <a:gdLst/>
              <a:ahLst/>
              <a:cxnLst/>
              <a:rect l="l" t="t" r="r" b="b"/>
              <a:pathLst>
                <a:path w="327" h="319" extrusionOk="0">
                  <a:moveTo>
                    <a:pt x="168" y="0"/>
                  </a:moveTo>
                  <a:cubicBezTo>
                    <a:pt x="75" y="0"/>
                    <a:pt x="0" y="76"/>
                    <a:pt x="0" y="159"/>
                  </a:cubicBezTo>
                  <a:cubicBezTo>
                    <a:pt x="0" y="251"/>
                    <a:pt x="75" y="318"/>
                    <a:pt x="168" y="318"/>
                  </a:cubicBezTo>
                  <a:cubicBezTo>
                    <a:pt x="251" y="318"/>
                    <a:pt x="327" y="251"/>
                    <a:pt x="327" y="159"/>
                  </a:cubicBezTo>
                  <a:cubicBezTo>
                    <a:pt x="327" y="76"/>
                    <a:pt x="251" y="0"/>
                    <a:pt x="168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475" name="Google Shape;447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3302" y="402375"/>
            <a:ext cx="562275" cy="40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8" name="Google Shape;4478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0801" y="355399"/>
            <a:ext cx="1092950" cy="78365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BAD4EF-C82E-0413-FA1E-2A85CAD2895F}"/>
              </a:ext>
            </a:extLst>
          </p:cNvPr>
          <p:cNvSpPr txBox="1"/>
          <p:nvPr/>
        </p:nvSpPr>
        <p:spPr>
          <a:xfrm>
            <a:off x="1208768" y="1160500"/>
            <a:ext cx="50609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</a:rPr>
              <a:t>Q1: Which is a sign of phishing?</a:t>
            </a:r>
          </a:p>
          <a:p>
            <a:pPr>
              <a:buNone/>
            </a:pP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A. Secure HTTPS website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B. Unknown sender email ✅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C. Verified domain</a:t>
            </a:r>
          </a:p>
          <a:p>
            <a:pPr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</a:rPr>
              <a:t>Q2: What should you do if you receive a suspicious email?</a:t>
            </a:r>
          </a:p>
          <a:p>
            <a:pPr>
              <a:buNone/>
            </a:pP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A. Click the link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B. Reply immediately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C. Report and delete 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4" name="Google Shape;4514;p62"/>
          <p:cNvPicPr preferRelativeResize="0"/>
          <p:nvPr/>
        </p:nvPicPr>
        <p:blipFill rotWithShape="1">
          <a:blip r:embed="rId3">
            <a:alphaModFix/>
          </a:blip>
          <a:srcRect l="8690" r="13301"/>
          <a:stretch/>
        </p:blipFill>
        <p:spPr>
          <a:xfrm>
            <a:off x="206350" y="764462"/>
            <a:ext cx="1833400" cy="3522176"/>
          </a:xfrm>
          <a:prstGeom prst="rect">
            <a:avLst/>
          </a:prstGeom>
          <a:noFill/>
          <a:ln>
            <a:noFill/>
          </a:ln>
        </p:spPr>
      </p:pic>
      <p:sp>
        <p:nvSpPr>
          <p:cNvPr id="4515" name="Google Shape;4515;p62"/>
          <p:cNvSpPr txBox="1">
            <a:spLocks noGrp="1"/>
          </p:cNvSpPr>
          <p:nvPr>
            <p:ph type="title"/>
          </p:nvPr>
        </p:nvSpPr>
        <p:spPr>
          <a:xfrm>
            <a:off x="4085565" y="714766"/>
            <a:ext cx="32784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u="sng" dirty="0"/>
              <a:t>Conclusion</a:t>
            </a:r>
            <a:endParaRPr u="sng" dirty="0"/>
          </a:p>
        </p:txBody>
      </p:sp>
      <p:grpSp>
        <p:nvGrpSpPr>
          <p:cNvPr id="4517" name="Google Shape;4517;p62"/>
          <p:cNvGrpSpPr/>
          <p:nvPr/>
        </p:nvGrpSpPr>
        <p:grpSpPr>
          <a:xfrm>
            <a:off x="124672" y="622365"/>
            <a:ext cx="1915078" cy="3806369"/>
            <a:chOff x="1390843" y="668565"/>
            <a:chExt cx="1915078" cy="3806369"/>
          </a:xfrm>
        </p:grpSpPr>
        <p:sp>
          <p:nvSpPr>
            <p:cNvPr id="4518" name="Google Shape;4518;p62"/>
            <p:cNvSpPr/>
            <p:nvPr/>
          </p:nvSpPr>
          <p:spPr>
            <a:xfrm>
              <a:off x="1390843" y="668565"/>
              <a:ext cx="1915078" cy="3806369"/>
            </a:xfrm>
            <a:custGeom>
              <a:avLst/>
              <a:gdLst/>
              <a:ahLst/>
              <a:cxnLst/>
              <a:rect l="l" t="t" r="r" b="b"/>
              <a:pathLst>
                <a:path w="13450" h="26732" extrusionOk="0">
                  <a:moveTo>
                    <a:pt x="12354" y="461"/>
                  </a:moveTo>
                  <a:cubicBezTo>
                    <a:pt x="12730" y="461"/>
                    <a:pt x="13031" y="762"/>
                    <a:pt x="13031" y="1139"/>
                  </a:cubicBezTo>
                  <a:lnTo>
                    <a:pt x="13031" y="24221"/>
                  </a:lnTo>
                  <a:cubicBezTo>
                    <a:pt x="13031" y="24598"/>
                    <a:pt x="12730" y="24899"/>
                    <a:pt x="12354" y="24899"/>
                  </a:cubicBezTo>
                  <a:lnTo>
                    <a:pt x="1097" y="24899"/>
                  </a:lnTo>
                  <a:cubicBezTo>
                    <a:pt x="720" y="24899"/>
                    <a:pt x="419" y="24598"/>
                    <a:pt x="419" y="24221"/>
                  </a:cubicBezTo>
                  <a:lnTo>
                    <a:pt x="419" y="1139"/>
                  </a:lnTo>
                  <a:cubicBezTo>
                    <a:pt x="419" y="762"/>
                    <a:pt x="720" y="461"/>
                    <a:pt x="1097" y="461"/>
                  </a:cubicBezTo>
                  <a:close/>
                  <a:moveTo>
                    <a:pt x="1022" y="0"/>
                  </a:moveTo>
                  <a:cubicBezTo>
                    <a:pt x="461" y="0"/>
                    <a:pt x="1" y="452"/>
                    <a:pt x="1" y="1021"/>
                  </a:cubicBezTo>
                  <a:lnTo>
                    <a:pt x="1" y="25711"/>
                  </a:lnTo>
                  <a:cubicBezTo>
                    <a:pt x="1" y="26280"/>
                    <a:pt x="461" y="26732"/>
                    <a:pt x="1022" y="26732"/>
                  </a:cubicBezTo>
                  <a:lnTo>
                    <a:pt x="12429" y="26732"/>
                  </a:lnTo>
                  <a:cubicBezTo>
                    <a:pt x="12998" y="26732"/>
                    <a:pt x="13450" y="26271"/>
                    <a:pt x="13450" y="25711"/>
                  </a:cubicBezTo>
                  <a:lnTo>
                    <a:pt x="13450" y="1021"/>
                  </a:lnTo>
                  <a:cubicBezTo>
                    <a:pt x="13450" y="452"/>
                    <a:pt x="12998" y="0"/>
                    <a:pt x="1242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62"/>
            <p:cNvSpPr/>
            <p:nvPr/>
          </p:nvSpPr>
          <p:spPr>
            <a:xfrm>
              <a:off x="2296411" y="4296093"/>
              <a:ext cx="103941" cy="103802"/>
            </a:xfrm>
            <a:custGeom>
              <a:avLst/>
              <a:gdLst/>
              <a:ahLst/>
              <a:cxnLst/>
              <a:rect l="l" t="t" r="r" b="b"/>
              <a:pathLst>
                <a:path w="730" h="729" extrusionOk="0">
                  <a:moveTo>
                    <a:pt x="511" y="84"/>
                  </a:moveTo>
                  <a:cubicBezTo>
                    <a:pt x="587" y="84"/>
                    <a:pt x="645" y="143"/>
                    <a:pt x="645" y="218"/>
                  </a:cubicBezTo>
                  <a:lnTo>
                    <a:pt x="645" y="511"/>
                  </a:lnTo>
                  <a:cubicBezTo>
                    <a:pt x="645" y="586"/>
                    <a:pt x="587" y="653"/>
                    <a:pt x="511" y="653"/>
                  </a:cubicBezTo>
                  <a:lnTo>
                    <a:pt x="219" y="653"/>
                  </a:lnTo>
                  <a:cubicBezTo>
                    <a:pt x="143" y="653"/>
                    <a:pt x="76" y="586"/>
                    <a:pt x="76" y="511"/>
                  </a:cubicBezTo>
                  <a:lnTo>
                    <a:pt x="76" y="218"/>
                  </a:lnTo>
                  <a:cubicBezTo>
                    <a:pt x="76" y="143"/>
                    <a:pt x="143" y="84"/>
                    <a:pt x="219" y="84"/>
                  </a:cubicBezTo>
                  <a:close/>
                  <a:moveTo>
                    <a:pt x="219" y="0"/>
                  </a:moveTo>
                  <a:cubicBezTo>
                    <a:pt x="101" y="0"/>
                    <a:pt x="1" y="101"/>
                    <a:pt x="1" y="218"/>
                  </a:cubicBezTo>
                  <a:lnTo>
                    <a:pt x="1" y="511"/>
                  </a:lnTo>
                  <a:cubicBezTo>
                    <a:pt x="1" y="628"/>
                    <a:pt x="101" y="729"/>
                    <a:pt x="219" y="729"/>
                  </a:cubicBezTo>
                  <a:lnTo>
                    <a:pt x="511" y="729"/>
                  </a:lnTo>
                  <a:cubicBezTo>
                    <a:pt x="629" y="729"/>
                    <a:pt x="729" y="628"/>
                    <a:pt x="729" y="511"/>
                  </a:cubicBezTo>
                  <a:lnTo>
                    <a:pt x="729" y="218"/>
                  </a:lnTo>
                  <a:cubicBezTo>
                    <a:pt x="729" y="101"/>
                    <a:pt x="629" y="0"/>
                    <a:pt x="5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520" name="Google Shape;4520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9875" y="158526"/>
            <a:ext cx="860425" cy="136206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0D3072-36DD-28A5-2100-93F9678ED18E}"/>
              </a:ext>
            </a:extLst>
          </p:cNvPr>
          <p:cNvSpPr txBox="1"/>
          <p:nvPr/>
        </p:nvSpPr>
        <p:spPr>
          <a:xfrm>
            <a:off x="2863640" y="1843411"/>
            <a:ext cx="572225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Phishing is a </a:t>
            </a:r>
            <a:r>
              <a:rPr lang="en-US" sz="1800" b="1" dirty="0">
                <a:solidFill>
                  <a:schemeClr val="tx1"/>
                </a:solidFill>
              </a:rPr>
              <a:t>serious cybersecurity threat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Awareness is the </a:t>
            </a:r>
            <a:r>
              <a:rPr lang="en-US" sz="1800" b="1" dirty="0">
                <a:solidFill>
                  <a:schemeClr val="tx1"/>
                </a:solidFill>
              </a:rPr>
              <a:t>first line of defense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Always verify before trusting any digital communication</a:t>
            </a:r>
          </a:p>
          <a:p>
            <a:pPr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chemeClr val="tx1"/>
                </a:solidFill>
              </a:rPr>
              <a:t>Final Thought:</a:t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Think before you click — security starts with you.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7" name="Google Shape;4757;p6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u="sng" dirty="0"/>
              <a:t>References</a:t>
            </a:r>
            <a:endParaRPr u="sng" dirty="0"/>
          </a:p>
        </p:txBody>
      </p:sp>
      <p:pic>
        <p:nvPicPr>
          <p:cNvPr id="4762" name="Google Shape;476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1150" y="1270657"/>
            <a:ext cx="699175" cy="92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D1AB6A2B-D172-0C23-68C6-C6BB840BA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0903" y="1731761"/>
            <a:ext cx="601318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&amp; Infrastructure Security Agency (CISA)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Kaspersky Cybersecurity Reports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Norton Security Guidelines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OWASP Security Practices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 Security Kill Chain by Slidesgo">
  <a:themeElements>
    <a:clrScheme name="Simple Light">
      <a:dk1>
        <a:srgbClr val="FFFFFF"/>
      </a:dk1>
      <a:lt1>
        <a:srgbClr val="00394B"/>
      </a:lt1>
      <a:dk2>
        <a:srgbClr val="002530"/>
      </a:dk2>
      <a:lt2>
        <a:srgbClr val="006F80"/>
      </a:lt2>
      <a:accent1>
        <a:srgbClr val="10908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630</Words>
  <Application>Microsoft Office PowerPoint</Application>
  <PresentationFormat>On-screen Show (16:9)</PresentationFormat>
  <Paragraphs>147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Open Sans Medium</vt:lpstr>
      <vt:lpstr>Alumni Sans Pinstripe</vt:lpstr>
      <vt:lpstr>Advent Pro</vt:lpstr>
      <vt:lpstr>Times New Roman</vt:lpstr>
      <vt:lpstr>Arial</vt:lpstr>
      <vt:lpstr>Cyber Security Kill Chain by Slidesgo</vt:lpstr>
      <vt:lpstr>PHISHING AWARENESS TRAINING</vt:lpstr>
      <vt:lpstr>Contents</vt:lpstr>
      <vt:lpstr>INTRODUCTION</vt:lpstr>
      <vt:lpstr>Why Phishing is Dangerous</vt:lpstr>
      <vt:lpstr>Types of Phishing Attacks</vt:lpstr>
      <vt:lpstr>Email Phishing – Key Characteristics</vt:lpstr>
      <vt:lpstr>How to Recognize Phishing Emails</vt:lpstr>
      <vt:lpstr>Identifying Fake Websites</vt:lpstr>
      <vt:lpstr>Social Engineering Tactics</vt:lpstr>
      <vt:lpstr>PowerPoint Presentation</vt:lpstr>
      <vt:lpstr>Best Practices to Avoid Phishing</vt:lpstr>
      <vt:lpstr>Technical Preventive Measures</vt:lpstr>
      <vt:lpstr>What to Do If You Suspect Phishing</vt:lpstr>
      <vt:lpstr>Interactive Quiz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Remsha Imtiaz</dc:creator>
  <cp:lastModifiedBy>Remsha Imtiaz(FA22-BCE-060)</cp:lastModifiedBy>
  <cp:revision>2</cp:revision>
  <dcterms:modified xsi:type="dcterms:W3CDTF">2026-03-18T11:44:11Z</dcterms:modified>
</cp:coreProperties>
</file>